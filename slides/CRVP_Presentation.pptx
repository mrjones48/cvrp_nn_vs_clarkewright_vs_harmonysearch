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6" r:id="rId7"/>
    <p:sldId id="267" r:id="rId8"/>
    <p:sldId id="269" r:id="rId9"/>
    <p:sldId id="268" r:id="rId10"/>
    <p:sldId id="262" r:id="rId11"/>
    <p:sldId id="263" r:id="rId12"/>
    <p:sldId id="265" r:id="rId13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574A3-22CB-FC7D-ABFC-1450E62BBBAF}" v="11" dt="2026-07-20T20:56:28.105"/>
    <p1510:client id="{C71DC962-A20B-CD32-200C-0952EA2804BA}" v="126" dt="2026-07-20T14:18:02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es, Mandy (mrjones48)" userId="S::mrjones48@tntech.edu::bb3791ea-fb21-45aa-8115-8caf825c6915" providerId="AD" clId="Web-{8FA574A3-22CB-FC7D-ABFC-1450E62BBBAF}"/>
    <pc:docChg chg="modSld">
      <pc:chgData name="Jones, Mandy (mrjones48)" userId="S::mrjones48@tntech.edu::bb3791ea-fb21-45aa-8115-8caf825c6915" providerId="AD" clId="Web-{8FA574A3-22CB-FC7D-ABFC-1450E62BBBAF}" dt="2026-07-20T20:56:28.105" v="14" actId="20577"/>
      <pc:docMkLst>
        <pc:docMk/>
      </pc:docMkLst>
      <pc:sldChg chg="modSp">
        <pc:chgData name="Jones, Mandy (mrjones48)" userId="S::mrjones48@tntech.edu::bb3791ea-fb21-45aa-8115-8caf825c6915" providerId="AD" clId="Web-{8FA574A3-22CB-FC7D-ABFC-1450E62BBBAF}" dt="2026-07-20T20:56:28.105" v="14" actId="20577"/>
        <pc:sldMkLst>
          <pc:docMk/>
          <pc:sldMk cId="1865066598" sldId="265"/>
        </pc:sldMkLst>
        <pc:spChg chg="mod">
          <ac:chgData name="Jones, Mandy (mrjones48)" userId="S::mrjones48@tntech.edu::bb3791ea-fb21-45aa-8115-8caf825c6915" providerId="AD" clId="Web-{8FA574A3-22CB-FC7D-ABFC-1450E62BBBAF}" dt="2026-07-20T20:56:28.105" v="14" actId="20577"/>
          <ac:spMkLst>
            <pc:docMk/>
            <pc:sldMk cId="1865066598" sldId="265"/>
            <ac:spMk id="2" creationId="{1B4CA4CC-7ADB-4DB0-B7AA-CC37061745A6}"/>
          </ac:spMkLst>
        </pc:spChg>
        <pc:graphicFrameChg chg="modGraphic">
          <ac:chgData name="Jones, Mandy (mrjones48)" userId="S::mrjones48@tntech.edu::bb3791ea-fb21-45aa-8115-8caf825c6915" providerId="AD" clId="Web-{8FA574A3-22CB-FC7D-ABFC-1450E62BBBAF}" dt="2026-07-20T20:51:54.175" v="5" actId="20577"/>
          <ac:graphicFrameMkLst>
            <pc:docMk/>
            <pc:sldMk cId="1865066598" sldId="265"/>
            <ac:graphicFrameMk id="19" creationId="{FD0B9A8E-DEE8-CDCE-3CDE-A2DB0ACB455B}"/>
          </ac:graphicFrameMkLst>
        </pc:graphicFrameChg>
      </pc:sldChg>
    </pc:docChg>
  </pc:docChgLst>
  <pc:docChgLst>
    <pc:chgData name="Jones, Mandy (mrjones48)" userId="S::mrjones48@tntech.edu::bb3791ea-fb21-45aa-8115-8caf825c6915" providerId="AD" clId="Web-{C71DC962-A20B-CD32-200C-0952EA2804BA}"/>
    <pc:docChg chg="mod modSld addMainMaster delMainMaster">
      <pc:chgData name="Jones, Mandy (mrjones48)" userId="S::mrjones48@tntech.edu::bb3791ea-fb21-45aa-8115-8caf825c6915" providerId="AD" clId="Web-{C71DC962-A20B-CD32-200C-0952EA2804BA}" dt="2026-07-20T14:19:09.665" v="148"/>
      <pc:docMkLst>
        <pc:docMk/>
      </pc:docMkLst>
      <pc:sldChg chg="addSp delSp modSp mod setBg modClrScheme chgLayout">
        <pc:chgData name="Jones, Mandy (mrjones48)" userId="S::mrjones48@tntech.edu::bb3791ea-fb21-45aa-8115-8caf825c6915" providerId="AD" clId="Web-{C71DC962-A20B-CD32-200C-0952EA2804BA}" dt="2026-07-20T13:57:32.722" v="45" actId="1076"/>
        <pc:sldMkLst>
          <pc:docMk/>
          <pc:sldMk cId="3415331492" sldId="256"/>
        </pc:sldMkLst>
        <pc:spChg chg="mod ord">
          <ac:chgData name="Jones, Mandy (mrjones48)" userId="S::mrjones48@tntech.edu::bb3791ea-fb21-45aa-8115-8caf825c6915" providerId="AD" clId="Web-{C71DC962-A20B-CD32-200C-0952EA2804BA}" dt="2026-07-20T13:53:12.977" v="13"/>
          <ac:spMkLst>
            <pc:docMk/>
            <pc:sldMk cId="3415331492" sldId="256"/>
            <ac:spMk id="2" creationId="{02B2BE9A-A97B-7EA5-4A55-19386237E06E}"/>
          </ac:spMkLst>
        </pc:spChg>
        <pc:spChg chg="mod ord">
          <ac:chgData name="Jones, Mandy (mrjones48)" userId="S::mrjones48@tntech.edu::bb3791ea-fb21-45aa-8115-8caf825c6915" providerId="AD" clId="Web-{C71DC962-A20B-CD32-200C-0952EA2804BA}" dt="2026-07-20T13:57:32.722" v="45" actId="1076"/>
          <ac:spMkLst>
            <pc:docMk/>
            <pc:sldMk cId="3415331492" sldId="256"/>
            <ac:spMk id="3" creationId="{A48AF861-1C25-B78D-D3B2-DB3BC7657B10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3:53:12.806" v="12"/>
          <ac:spMkLst>
            <pc:docMk/>
            <pc:sldMk cId="3415331492" sldId="256"/>
            <ac:spMk id="8" creationId="{5C8908E2-EE49-44D2-9428-A28D2312A8D5}"/>
          </ac:spMkLst>
        </pc:spChg>
        <pc:spChg chg="mod">
          <ac:chgData name="Jones, Mandy (mrjones48)" userId="S::mrjones48@tntech.edu::bb3791ea-fb21-45aa-8115-8caf825c6915" providerId="AD" clId="Web-{C71DC962-A20B-CD32-200C-0952EA2804BA}" dt="2026-07-20T13:56:18.297" v="24"/>
          <ac:spMkLst>
            <pc:docMk/>
            <pc:sldMk cId="3415331492" sldId="256"/>
            <ac:spMk id="12" creationId="{F44E9794-9C4B-427F-BB50-89D893347DE8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3:53:12.806" v="12"/>
          <ac:spMkLst>
            <pc:docMk/>
            <pc:sldMk cId="3415331492" sldId="256"/>
            <ac:spMk id="14" creationId="{BD92035A-AA2F-4CD8-A556-1CE8BDEC75BD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3:53:12.806" v="12"/>
          <ac:spMkLst>
            <pc:docMk/>
            <pc:sldMk cId="3415331492" sldId="256"/>
            <ac:spMk id="16" creationId="{ED888B23-07FA-482A-96DF-47E31AF1A603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3:53:12.977" v="13"/>
          <ac:spMkLst>
            <pc:docMk/>
            <pc:sldMk cId="3415331492" sldId="256"/>
            <ac:spMk id="26" creationId="{907E470A-25F4-47D0-8FEC-EE9FD606BB34}"/>
          </ac:spMkLst>
        </pc:spChg>
        <pc:spChg chg="mod">
          <ac:chgData name="Jones, Mandy (mrjones48)" userId="S::mrjones48@tntech.edu::bb3791ea-fb21-45aa-8115-8caf825c6915" providerId="AD" clId="Web-{C71DC962-A20B-CD32-200C-0952EA2804BA}" dt="2026-07-20T13:55:20.326" v="19"/>
          <ac:spMkLst>
            <pc:docMk/>
            <pc:sldMk cId="3415331492" sldId="256"/>
            <ac:spMk id="29" creationId="{209C186B-2883-498E-A176-6B60F8B51BF6}"/>
          </ac:spMkLst>
        </pc:spChg>
        <pc:grpChg chg="add del">
          <ac:chgData name="Jones, Mandy (mrjones48)" userId="S::mrjones48@tntech.edu::bb3791ea-fb21-45aa-8115-8caf825c6915" providerId="AD" clId="Web-{C71DC962-A20B-CD32-200C-0952EA2804BA}" dt="2026-07-20T13:53:12.806" v="12"/>
          <ac:grpSpMkLst>
            <pc:docMk/>
            <pc:sldMk cId="3415331492" sldId="256"/>
            <ac:grpSpMk id="10" creationId="{5D1A9D8B-3117-4D9D-BDA4-DD81895098B0}"/>
          </ac:grpSpMkLst>
        </pc:grpChg>
        <pc:grpChg chg="add">
          <ac:chgData name="Jones, Mandy (mrjones48)" userId="S::mrjones48@tntech.edu::bb3791ea-fb21-45aa-8115-8caf825c6915" providerId="AD" clId="Web-{C71DC962-A20B-CD32-200C-0952EA2804BA}" dt="2026-07-20T13:53:12.977" v="13"/>
          <ac:grpSpMkLst>
            <pc:docMk/>
            <pc:sldMk cId="3415331492" sldId="256"/>
            <ac:grpSpMk id="18" creationId="{43F5E015-E085-4624-B431-B42414448684}"/>
          </ac:grpSpMkLst>
        </pc:grpChg>
        <pc:grpChg chg="add">
          <ac:chgData name="Jones, Mandy (mrjones48)" userId="S::mrjones48@tntech.edu::bb3791ea-fb21-45aa-8115-8caf825c6915" providerId="AD" clId="Web-{C71DC962-A20B-CD32-200C-0952EA2804BA}" dt="2026-07-20T13:53:12.977" v="13"/>
          <ac:grpSpMkLst>
            <pc:docMk/>
            <pc:sldMk cId="3415331492" sldId="256"/>
            <ac:grpSpMk id="27" creationId="{66220E63-99E1-482A-A0A6-B47EB4BF8797}"/>
          </ac:grpSpMkLst>
        </pc:grpChg>
        <pc:grpChg chg="add">
          <ac:chgData name="Jones, Mandy (mrjones48)" userId="S::mrjones48@tntech.edu::bb3791ea-fb21-45aa-8115-8caf825c6915" providerId="AD" clId="Web-{C71DC962-A20B-CD32-200C-0952EA2804BA}" dt="2026-07-20T13:53:12.977" v="13"/>
          <ac:grpSpMkLst>
            <pc:docMk/>
            <pc:sldMk cId="3415331492" sldId="256"/>
            <ac:grpSpMk id="28" creationId="{8618EE54-271A-4FE8-B6B3-D0FCF55A7A01}"/>
          </ac:grpSpMkLst>
        </pc:grpChg>
      </pc:sldChg>
      <pc:sldChg chg="addSp delSp modSp mod setBg modClrScheme chgLayout">
        <pc:chgData name="Jones, Mandy (mrjones48)" userId="S::mrjones48@tntech.edu::bb3791ea-fb21-45aa-8115-8caf825c6915" providerId="AD" clId="Web-{C71DC962-A20B-CD32-200C-0952EA2804BA}" dt="2026-07-20T13:56:02.187" v="23"/>
        <pc:sldMkLst>
          <pc:docMk/>
          <pc:sldMk cId="177783332" sldId="257"/>
        </pc:sldMkLst>
        <pc:spChg chg="mod ord">
          <ac:chgData name="Jones, Mandy (mrjones48)" userId="S::mrjones48@tntech.edu::bb3791ea-fb21-45aa-8115-8caf825c6915" providerId="AD" clId="Web-{C71DC962-A20B-CD32-200C-0952EA2804BA}" dt="2026-07-20T13:53:52.682" v="16"/>
          <ac:spMkLst>
            <pc:docMk/>
            <pc:sldMk cId="177783332" sldId="257"/>
            <ac:spMk id="2" creationId="{4439AE51-BEED-05CA-88E1-1B1A8E17B73C}"/>
          </ac:spMkLst>
        </pc:spChg>
        <pc:spChg chg="add del mod ord">
          <ac:chgData name="Jones, Mandy (mrjones48)" userId="S::mrjones48@tntech.edu::bb3791ea-fb21-45aa-8115-8caf825c6915" providerId="AD" clId="Web-{C71DC962-A20B-CD32-200C-0952EA2804BA}" dt="2026-07-20T13:53:52.682" v="16"/>
          <ac:spMkLst>
            <pc:docMk/>
            <pc:sldMk cId="177783332" sldId="257"/>
            <ac:spMk id="3" creationId="{2431B9B5-4C71-DAF8-E926-FE9A5147A35A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3:53:52.682" v="16"/>
          <ac:spMkLst>
            <pc:docMk/>
            <pc:sldMk cId="177783332" sldId="257"/>
            <ac:spMk id="9" creationId="{5C8908E2-EE49-44D2-9428-A28D2312A8D5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3:53:52.620" v="15"/>
          <ac:spMkLst>
            <pc:docMk/>
            <pc:sldMk cId="177783332" sldId="257"/>
            <ac:spMk id="10" creationId="{B50AB553-2A96-4A92-96F2-93548E096954}"/>
          </ac:spMkLst>
        </pc:spChg>
        <pc:spChg chg="mod">
          <ac:chgData name="Jones, Mandy (mrjones48)" userId="S::mrjones48@tntech.edu::bb3791ea-fb21-45aa-8115-8caf825c6915" providerId="AD" clId="Web-{C71DC962-A20B-CD32-200C-0952EA2804BA}" dt="2026-07-20T13:55:11.857" v="18"/>
          <ac:spMkLst>
            <pc:docMk/>
            <pc:sldMk cId="177783332" sldId="257"/>
            <ac:spMk id="13" creationId="{5CD20BAA-1998-4EBB-AD61-13A92072ECED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3:53:52.682" v="16"/>
          <ac:spMkLst>
            <pc:docMk/>
            <pc:sldMk cId="177783332" sldId="257"/>
            <ac:spMk id="15" creationId="{7449A6C7-D15F-4AA5-BFA5-71A404B4701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3:53:52.682" v="16"/>
          <ac:spMkLst>
            <pc:docMk/>
            <pc:sldMk cId="177783332" sldId="257"/>
            <ac:spMk id="17" creationId="{ED888B23-07FA-482A-96DF-47E31AF1A603}"/>
          </ac:spMkLst>
        </pc:spChg>
        <pc:grpChg chg="add">
          <ac:chgData name="Jones, Mandy (mrjones48)" userId="S::mrjones48@tntech.edu::bb3791ea-fb21-45aa-8115-8caf825c6915" providerId="AD" clId="Web-{C71DC962-A20B-CD32-200C-0952EA2804BA}" dt="2026-07-20T13:53:52.682" v="16"/>
          <ac:grpSpMkLst>
            <pc:docMk/>
            <pc:sldMk cId="177783332" sldId="257"/>
            <ac:grpSpMk id="11" creationId="{05314994-6337-4875-8CF5-652CAFE8342C}"/>
          </ac:grpSpMkLst>
        </pc:grpChg>
        <pc:graphicFrameChg chg="add del">
          <ac:chgData name="Jones, Mandy (mrjones48)" userId="S::mrjones48@tntech.edu::bb3791ea-fb21-45aa-8115-8caf825c6915" providerId="AD" clId="Web-{C71DC962-A20B-CD32-200C-0952EA2804BA}" dt="2026-07-20T13:53:52.620" v="15"/>
          <ac:graphicFrameMkLst>
            <pc:docMk/>
            <pc:sldMk cId="177783332" sldId="257"/>
            <ac:graphicFrameMk id="5" creationId="{D7904F41-A1C4-424D-DE69-BC174F127EC6}"/>
          </ac:graphicFrameMkLst>
        </pc:graphicFrameChg>
        <pc:graphicFrameChg chg="add">
          <ac:chgData name="Jones, Mandy (mrjones48)" userId="S::mrjones48@tntech.edu::bb3791ea-fb21-45aa-8115-8caf825c6915" providerId="AD" clId="Web-{C71DC962-A20B-CD32-200C-0952EA2804BA}" dt="2026-07-20T13:53:52.682" v="16"/>
          <ac:graphicFrameMkLst>
            <pc:docMk/>
            <pc:sldMk cId="177783332" sldId="257"/>
            <ac:graphicFrameMk id="14" creationId="{D325CE86-DC01-D079-4470-2BD1073F09E2}"/>
          </ac:graphicFrameMkLst>
        </pc:graphicFrameChg>
        <pc:picChg chg="add del">
          <ac:chgData name="Jones, Mandy (mrjones48)" userId="S::mrjones48@tntech.edu::bb3791ea-fb21-45aa-8115-8caf825c6915" providerId="AD" clId="Web-{C71DC962-A20B-CD32-200C-0952EA2804BA}" dt="2026-07-20T13:53:52.620" v="15"/>
          <ac:picMkLst>
            <pc:docMk/>
            <pc:sldMk cId="177783332" sldId="257"/>
            <ac:picMk id="6" creationId="{ACFA54C8-B06A-0B3B-63B3-0D5A188039BE}"/>
          </ac:picMkLst>
        </pc:picChg>
      </pc:sldChg>
      <pc:sldChg chg="addSp delSp modSp mod setBg modClrScheme chgLayout">
        <pc:chgData name="Jones, Mandy (mrjones48)" userId="S::mrjones48@tntech.edu::bb3791ea-fb21-45aa-8115-8caf825c6915" providerId="AD" clId="Web-{C71DC962-A20B-CD32-200C-0952EA2804BA}" dt="2026-07-20T14:05:04.241" v="65" actId="20577"/>
        <pc:sldMkLst>
          <pc:docMk/>
          <pc:sldMk cId="3522567156" sldId="258"/>
        </pc:sldMkLst>
        <pc:spChg chg="mod ord">
          <ac:chgData name="Jones, Mandy (mrjones48)" userId="S::mrjones48@tntech.edu::bb3791ea-fb21-45aa-8115-8caf825c6915" providerId="AD" clId="Web-{C71DC962-A20B-CD32-200C-0952EA2804BA}" dt="2026-07-20T14:04:56.568" v="61" actId="1076"/>
          <ac:spMkLst>
            <pc:docMk/>
            <pc:sldMk cId="3522567156" sldId="258"/>
            <ac:spMk id="2" creationId="{5C3E38BF-B637-F934-0A9D-EF66B40CF9E5}"/>
          </ac:spMkLst>
        </pc:spChg>
        <pc:spChg chg="add del mod ord">
          <ac:chgData name="Jones, Mandy (mrjones48)" userId="S::mrjones48@tntech.edu::bb3791ea-fb21-45aa-8115-8caf825c6915" providerId="AD" clId="Web-{C71DC962-A20B-CD32-200C-0952EA2804BA}" dt="2026-07-20T14:03:30.330" v="56"/>
          <ac:spMkLst>
            <pc:docMk/>
            <pc:sldMk cId="3522567156" sldId="258"/>
            <ac:spMk id="3" creationId="{9000154E-ABE0-DFD1-6B62-E0A5309FB9AE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21.221" v="53"/>
          <ac:spMkLst>
            <pc:docMk/>
            <pc:sldMk cId="3522567156" sldId="258"/>
            <ac:spMk id="9" creationId="{2659FDB4-FCBE-4A89-B46D-43D4FA54464D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21.221" v="53"/>
          <ac:spMkLst>
            <pc:docMk/>
            <pc:sldMk cId="3522567156" sldId="258"/>
            <ac:spMk id="13" creationId="{58BDB0EE-D238-415B-9ED8-62AA6AB2AAD1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21.221" v="53"/>
          <ac:spMkLst>
            <pc:docMk/>
            <pc:sldMk cId="3522567156" sldId="258"/>
            <ac:spMk id="15" creationId="{C5B55FC3-961D-4325-82F1-DE92B0D04E03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21.221" v="53"/>
          <ac:spMkLst>
            <pc:docMk/>
            <pc:sldMk cId="3522567156" sldId="258"/>
            <ac:spMk id="17" creationId="{4C8AB332-D09E-4F28-943C-DABDD4716A3C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30.299" v="55"/>
          <ac:spMkLst>
            <pc:docMk/>
            <pc:sldMk cId="3522567156" sldId="258"/>
            <ac:spMk id="19" creationId="{1CC28BE1-9DC6-43FE-9582-39F091098D77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30.299" v="55"/>
          <ac:spMkLst>
            <pc:docMk/>
            <pc:sldMk cId="3522567156" sldId="258"/>
            <ac:spMk id="20" creationId="{0C541B88-1AE9-40C3-AFD5-967787C1979F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30.299" v="55"/>
          <ac:spMkLst>
            <pc:docMk/>
            <pc:sldMk cId="3522567156" sldId="258"/>
            <ac:spMk id="35" creationId="{E5F17139-31EE-46AC-B04F-DBBD852DD6CB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03:30.299" v="55"/>
          <ac:spMkLst>
            <pc:docMk/>
            <pc:sldMk cId="3522567156" sldId="258"/>
            <ac:spMk id="38" creationId="{89D16701-DA76-4F72-BB63-E2C3FFBDFE0F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3:30.330" v="56"/>
          <ac:spMkLst>
            <pc:docMk/>
            <pc:sldMk cId="3522567156" sldId="258"/>
            <ac:spMk id="41" creationId="{B210AC1D-4063-4C6E-9528-FA9C4C0C18E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3:30.330" v="56"/>
          <ac:spMkLst>
            <pc:docMk/>
            <pc:sldMk cId="3522567156" sldId="258"/>
            <ac:spMk id="42" creationId="{02F8C595-E68C-4306-AED8-DC7826A0A506}"/>
          </ac:spMkLst>
        </pc:spChg>
        <pc:spChg chg="add mod">
          <ac:chgData name="Jones, Mandy (mrjones48)" userId="S::mrjones48@tntech.edu::bb3791ea-fb21-45aa-8115-8caf825c6915" providerId="AD" clId="Web-{C71DC962-A20B-CD32-200C-0952EA2804BA}" dt="2026-07-20T14:05:04.241" v="65" actId="20577"/>
          <ac:spMkLst>
            <pc:docMk/>
            <pc:sldMk cId="3522567156" sldId="258"/>
            <ac:spMk id="44" creationId="{9000154E-ABE0-DFD1-6B62-E0A5309FB9AE}"/>
          </ac:spMkLst>
        </pc:spChg>
        <pc:grpChg chg="add del">
          <ac:chgData name="Jones, Mandy (mrjones48)" userId="S::mrjones48@tntech.edu::bb3791ea-fb21-45aa-8115-8caf825c6915" providerId="AD" clId="Web-{C71DC962-A20B-CD32-200C-0952EA2804BA}" dt="2026-07-20T14:03:30.299" v="55"/>
          <ac:grpSpMkLst>
            <pc:docMk/>
            <pc:sldMk cId="3522567156" sldId="258"/>
            <ac:grpSpMk id="21" creationId="{AF9AF3F3-CE0C-4125-BDD7-346487FA0B40}"/>
          </ac:grpSpMkLst>
        </pc:grpChg>
        <pc:grpChg chg="add del">
          <ac:chgData name="Jones, Mandy (mrjones48)" userId="S::mrjones48@tntech.edu::bb3791ea-fb21-45aa-8115-8caf825c6915" providerId="AD" clId="Web-{C71DC962-A20B-CD32-200C-0952EA2804BA}" dt="2026-07-20T14:03:30.299" v="55"/>
          <ac:grpSpMkLst>
            <pc:docMk/>
            <pc:sldMk cId="3522567156" sldId="258"/>
            <ac:grpSpMk id="36" creationId="{7CF625D3-71A3-4F30-A096-8EF334E959D0}"/>
          </ac:grpSpMkLst>
        </pc:grpChg>
        <pc:graphicFrameChg chg="add del">
          <ac:chgData name="Jones, Mandy (mrjones48)" userId="S::mrjones48@tntech.edu::bb3791ea-fb21-45aa-8115-8caf825c6915" providerId="AD" clId="Web-{C71DC962-A20B-CD32-200C-0952EA2804BA}" dt="2026-07-20T14:03:21.221" v="53"/>
          <ac:graphicFrameMkLst>
            <pc:docMk/>
            <pc:sldMk cId="3522567156" sldId="258"/>
            <ac:graphicFrameMk id="5" creationId="{67E6B634-7887-399E-C9FD-6F3EE466FC3D}"/>
          </ac:graphicFrameMkLst>
        </pc:graphicFrameChg>
        <pc:graphicFrameChg chg="add del">
          <ac:chgData name="Jones, Mandy (mrjones48)" userId="S::mrjones48@tntech.edu::bb3791ea-fb21-45aa-8115-8caf825c6915" providerId="AD" clId="Web-{C71DC962-A20B-CD32-200C-0952EA2804BA}" dt="2026-07-20T14:03:30.299" v="55"/>
          <ac:graphicFrameMkLst>
            <pc:docMk/>
            <pc:sldMk cId="3522567156" sldId="258"/>
            <ac:graphicFrameMk id="39" creationId="{37ADC49D-8217-1927-2078-46144DA273A9}"/>
          </ac:graphicFrameMkLst>
        </pc:graphicFrameChg>
        <pc:picChg chg="add">
          <ac:chgData name="Jones, Mandy (mrjones48)" userId="S::mrjones48@tntech.edu::bb3791ea-fb21-45aa-8115-8caf825c6915" providerId="AD" clId="Web-{C71DC962-A20B-CD32-200C-0952EA2804BA}" dt="2026-07-20T14:03:30.330" v="56"/>
          <ac:picMkLst>
            <pc:docMk/>
            <pc:sldMk cId="3522567156" sldId="258"/>
            <ac:picMk id="43" creationId="{D1266AA7-4BCA-E9D2-8D82-BE2EFA68F37C}"/>
          </ac:picMkLst>
        </pc:picChg>
        <pc:cxnChg chg="add del">
          <ac:chgData name="Jones, Mandy (mrjones48)" userId="S::mrjones48@tntech.edu::bb3791ea-fb21-45aa-8115-8caf825c6915" providerId="AD" clId="Web-{C71DC962-A20B-CD32-200C-0952EA2804BA}" dt="2026-07-20T14:03:21.221" v="53"/>
          <ac:cxnSpMkLst>
            <pc:docMk/>
            <pc:sldMk cId="3522567156" sldId="258"/>
            <ac:cxnSpMk id="11" creationId="{C8F51B3F-8331-4E4A-AE96-D47B1006EEAD}"/>
          </ac:cxnSpMkLst>
        </pc:cxnChg>
      </pc:sldChg>
      <pc:sldChg chg="addSp modSp mod setBg modClrScheme chgLayout">
        <pc:chgData name="Jones, Mandy (mrjones48)" userId="S::mrjones48@tntech.edu::bb3791ea-fb21-45aa-8115-8caf825c6915" providerId="AD" clId="Web-{C71DC962-A20B-CD32-200C-0952EA2804BA}" dt="2026-07-20T14:05:47.649" v="70" actId="20577"/>
        <pc:sldMkLst>
          <pc:docMk/>
          <pc:sldMk cId="4216053558" sldId="259"/>
        </pc:sldMkLst>
        <pc:spChg chg="mod or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2" creationId="{AFE605DB-9559-47C2-CC47-133C55B2C6E2}"/>
          </ac:spMkLst>
        </pc:spChg>
        <pc:spChg chg="mod ord">
          <ac:chgData name="Jones, Mandy (mrjones48)" userId="S::mrjones48@tntech.edu::bb3791ea-fb21-45aa-8115-8caf825c6915" providerId="AD" clId="Web-{C71DC962-A20B-CD32-200C-0952EA2804BA}" dt="2026-07-20T14:05:47.649" v="70" actId="20577"/>
          <ac:spMkLst>
            <pc:docMk/>
            <pc:sldMk cId="4216053558" sldId="259"/>
            <ac:spMk id="3" creationId="{A9428626-54FE-49F8-7688-520493FE94A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8" creationId="{F837543A-6020-4505-A233-C9DB4BF74011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10" creationId="{35B16301-FB18-48BA-A6DD-C37CAF6F9A18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12" creationId="{C3C0D90E-074A-4F52-9B11-B52BEF4BCBE5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14" creationId="{CABBD4C1-E6F8-46F6-8152-A8A97490BF4D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16" creationId="{83BA5EF5-1FE9-4BF9-83BB-269BCDDF615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20" creationId="{88853921-7BC9-4BDE-ACAB-133C683C82D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22" creationId="{09192968-3AE7-4470-A61C-97294BB92731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5:31.976" v="66"/>
          <ac:spMkLst>
            <pc:docMk/>
            <pc:sldMk cId="4216053558" sldId="259"/>
            <ac:spMk id="24" creationId="{3AB72E55-43E4-4356-BFE8-E2102CB0B505}"/>
          </ac:spMkLst>
        </pc:spChg>
      </pc:sldChg>
      <pc:sldChg chg="addSp delSp modSp mod setBg modClrScheme chgLayout">
        <pc:chgData name="Jones, Mandy (mrjones48)" userId="S::mrjones48@tntech.edu::bb3791ea-fb21-45aa-8115-8caf825c6915" providerId="AD" clId="Web-{C71DC962-A20B-CD32-200C-0952EA2804BA}" dt="2026-07-20T14:18:07.694" v="144"/>
        <pc:sldMkLst>
          <pc:docMk/>
          <pc:sldMk cId="693670570" sldId="262"/>
        </pc:sldMkLst>
        <pc:spChg chg="mod ord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2" creationId="{39629D52-D72D-B002-E780-A4356FCDED9B}"/>
          </ac:spMkLst>
        </pc:spChg>
        <pc:spChg chg="del mod ord">
          <ac:chgData name="Jones, Mandy (mrjones48)" userId="S::mrjones48@tntech.edu::bb3791ea-fb21-45aa-8115-8caf825c6915" providerId="AD" clId="Web-{C71DC962-A20B-CD32-200C-0952EA2804BA}" dt="2026-07-20T14:17:10.098" v="141"/>
          <ac:spMkLst>
            <pc:docMk/>
            <pc:sldMk cId="693670570" sldId="262"/>
            <ac:spMk id="3" creationId="{39FF4818-7B8B-EEB0-B4D6-427E070863C6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9" creationId="{BACC6370-2D7E-4714-9D71-7542949D7D5D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11" creationId="{256B2C21-A230-48C0-8DF1-C46611373C44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13" creationId="{3847E18C-932D-4C95-AABA-FEC7C9499AD7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15" creationId="{3150CB11-0C61-439E-910F-5787759E72A0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17" creationId="{43F8A58B-5155-44CE-A5FF-7647B47D0A7A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19" creationId="{443F2ACA-E6D6-4028-82DD-F03C262D5DE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8:07.694" v="144"/>
          <ac:spMkLst>
            <pc:docMk/>
            <pc:sldMk cId="693670570" sldId="262"/>
            <ac:spMk id="24" creationId="{257363FD-7E77-4145-9483-331A807ADF0E}"/>
          </ac:spMkLst>
        </pc:spChg>
        <pc:graphicFrameChg chg="add mod modGraphic">
          <ac:chgData name="Jones, Mandy (mrjones48)" userId="S::mrjones48@tntech.edu::bb3791ea-fb21-45aa-8115-8caf825c6915" providerId="AD" clId="Web-{C71DC962-A20B-CD32-200C-0952EA2804BA}" dt="2026-07-20T14:18:07.694" v="144"/>
          <ac:graphicFrameMkLst>
            <pc:docMk/>
            <pc:sldMk cId="693670570" sldId="262"/>
            <ac:graphicFrameMk id="5" creationId="{46FB16AA-A12D-D3D9-96A3-04A04A48CBC0}"/>
          </ac:graphicFrameMkLst>
        </pc:graphicFrameChg>
      </pc:sldChg>
      <pc:sldChg chg="addSp modSp mod setBg modClrScheme chgLayout">
        <pc:chgData name="Jones, Mandy (mrjones48)" userId="S::mrjones48@tntech.edu::bb3791ea-fb21-45aa-8115-8caf825c6915" providerId="AD" clId="Web-{C71DC962-A20B-CD32-200C-0952EA2804BA}" dt="2026-07-20T14:18:36.867" v="145"/>
        <pc:sldMkLst>
          <pc:docMk/>
          <pc:sldMk cId="3191872510" sldId="263"/>
        </pc:sldMkLst>
        <pc:spChg chg="mod ord">
          <ac:chgData name="Jones, Mandy (mrjones48)" userId="S::mrjones48@tntech.edu::bb3791ea-fb21-45aa-8115-8caf825c6915" providerId="AD" clId="Web-{C71DC962-A20B-CD32-200C-0952EA2804BA}" dt="2026-07-20T14:18:36.867" v="145"/>
          <ac:spMkLst>
            <pc:docMk/>
            <pc:sldMk cId="3191872510" sldId="263"/>
            <ac:spMk id="2" creationId="{B8BB0C48-8E40-CEA9-DBFD-CC61B862E8FD}"/>
          </ac:spMkLst>
        </pc:spChg>
        <pc:spChg chg="mod ord">
          <ac:chgData name="Jones, Mandy (mrjones48)" userId="S::mrjones48@tntech.edu::bb3791ea-fb21-45aa-8115-8caf825c6915" providerId="AD" clId="Web-{C71DC962-A20B-CD32-200C-0952EA2804BA}" dt="2026-07-20T14:18:36.867" v="145"/>
          <ac:spMkLst>
            <pc:docMk/>
            <pc:sldMk cId="3191872510" sldId="263"/>
            <ac:spMk id="3" creationId="{B8859E1E-EB04-DD5B-52AD-9DDBBE0CF097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8:36.867" v="145"/>
          <ac:spMkLst>
            <pc:docMk/>
            <pc:sldMk cId="3191872510" sldId="263"/>
            <ac:spMk id="8" creationId="{18873D23-2DCF-4B31-A009-95721C06E8E1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8:36.867" v="145"/>
          <ac:spMkLst>
            <pc:docMk/>
            <pc:sldMk cId="3191872510" sldId="263"/>
            <ac:spMk id="10" creationId="{C13EF075-D4EF-4929-ADBC-91B27DA19955}"/>
          </ac:spMkLst>
        </pc:spChg>
        <pc:grpChg chg="add">
          <ac:chgData name="Jones, Mandy (mrjones48)" userId="S::mrjones48@tntech.edu::bb3791ea-fb21-45aa-8115-8caf825c6915" providerId="AD" clId="Web-{C71DC962-A20B-CD32-200C-0952EA2804BA}" dt="2026-07-20T14:18:36.867" v="145"/>
          <ac:grpSpMkLst>
            <pc:docMk/>
            <pc:sldMk cId="3191872510" sldId="263"/>
            <ac:grpSpMk id="12" creationId="{DAA26DFA-AAB2-4973-9C17-16D587C7B198}"/>
          </ac:grpSpMkLst>
        </pc:grpChg>
      </pc:sldChg>
      <pc:sldChg chg="addSp modSp mod setBg modClrScheme chgLayout">
        <pc:chgData name="Jones, Mandy (mrjones48)" userId="S::mrjones48@tntech.edu::bb3791ea-fb21-45aa-8115-8caf825c6915" providerId="AD" clId="Web-{C71DC962-A20B-CD32-200C-0952EA2804BA}" dt="2026-07-20T14:01:53.655" v="51"/>
        <pc:sldMkLst>
          <pc:docMk/>
          <pc:sldMk cId="1998405996" sldId="264"/>
        </pc:sldMkLst>
        <pc:spChg chg="mod ord">
          <ac:chgData name="Jones, Mandy (mrjones48)" userId="S::mrjones48@tntech.edu::bb3791ea-fb21-45aa-8115-8caf825c6915" providerId="AD" clId="Web-{C71DC962-A20B-CD32-200C-0952EA2804BA}" dt="2026-07-20T14:01:39.670" v="49"/>
          <ac:spMkLst>
            <pc:docMk/>
            <pc:sldMk cId="1998405996" sldId="264"/>
            <ac:spMk id="2" creationId="{806F1813-25CE-820A-9159-83F945674230}"/>
          </ac:spMkLst>
        </pc:spChg>
        <pc:spChg chg="mod ord">
          <ac:chgData name="Jones, Mandy (mrjones48)" userId="S::mrjones48@tntech.edu::bb3791ea-fb21-45aa-8115-8caf825c6915" providerId="AD" clId="Web-{C71DC962-A20B-CD32-200C-0952EA2804BA}" dt="2026-07-20T14:01:39.670" v="49"/>
          <ac:spMkLst>
            <pc:docMk/>
            <pc:sldMk cId="1998405996" sldId="264"/>
            <ac:spMk id="3" creationId="{231AC172-2748-A5A3-D530-EA2932C0E3C8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1:39.670" v="49"/>
          <ac:spMkLst>
            <pc:docMk/>
            <pc:sldMk cId="1998405996" sldId="264"/>
            <ac:spMk id="8" creationId="{907EF6B7-1338-4443-8C46-6A318D952DFD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1:39.670" v="49"/>
          <ac:spMkLst>
            <pc:docMk/>
            <pc:sldMk cId="1998405996" sldId="264"/>
            <ac:spMk id="10" creationId="{DAAE4CDD-124C-4DCF-9584-B6033B545DD5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1:39.670" v="49"/>
          <ac:spMkLst>
            <pc:docMk/>
            <pc:sldMk cId="1998405996" sldId="264"/>
            <ac:spMk id="12" creationId="{081E4A58-353D-44AE-B2FC-2A74E2E400F7}"/>
          </ac:spMkLst>
        </pc:spChg>
      </pc:sldChg>
      <pc:sldChg chg="addSp delSp modSp mod setBg modClrScheme chgLayout">
        <pc:chgData name="Jones, Mandy (mrjones48)" userId="S::mrjones48@tntech.edu::bb3791ea-fb21-45aa-8115-8caf825c6915" providerId="AD" clId="Web-{C71DC962-A20B-CD32-200C-0952EA2804BA}" dt="2026-07-20T14:19:09.665" v="148"/>
        <pc:sldMkLst>
          <pc:docMk/>
          <pc:sldMk cId="1865066598" sldId="265"/>
        </pc:sldMkLst>
        <pc:spChg chg="mod ord">
          <ac:chgData name="Jones, Mandy (mrjones48)" userId="S::mrjones48@tntech.edu::bb3791ea-fb21-45aa-8115-8caf825c6915" providerId="AD" clId="Web-{C71DC962-A20B-CD32-200C-0952EA2804BA}" dt="2026-07-20T14:19:09.665" v="148"/>
          <ac:spMkLst>
            <pc:docMk/>
            <pc:sldMk cId="1865066598" sldId="265"/>
            <ac:spMk id="2" creationId="{1B4CA4CC-7ADB-4DB0-B7AA-CC37061745A6}"/>
          </ac:spMkLst>
        </pc:spChg>
        <pc:spChg chg="add del mod ord">
          <ac:chgData name="Jones, Mandy (mrjones48)" userId="S::mrjones48@tntech.edu::bb3791ea-fb21-45aa-8115-8caf825c6915" providerId="AD" clId="Web-{C71DC962-A20B-CD32-200C-0952EA2804BA}" dt="2026-07-20T14:19:09.665" v="148"/>
          <ac:spMkLst>
            <pc:docMk/>
            <pc:sldMk cId="1865066598" sldId="265"/>
            <ac:spMk id="3" creationId="{09C67D1F-5941-8223-09C0-9CB84A259191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9:09.634" v="147"/>
          <ac:spMkLst>
            <pc:docMk/>
            <pc:sldMk cId="1865066598" sldId="265"/>
            <ac:spMk id="9" creationId="{BACC6370-2D7E-4714-9D71-7542949D7D5D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9:09.634" v="147"/>
          <ac:spMkLst>
            <pc:docMk/>
            <pc:sldMk cId="1865066598" sldId="265"/>
            <ac:spMk id="11" creationId="{F68B3F68-107C-434F-AA38-110D5EA91B85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9:09.634" v="147"/>
          <ac:spMkLst>
            <pc:docMk/>
            <pc:sldMk cId="1865066598" sldId="265"/>
            <ac:spMk id="13" creationId="{AAD0DBB9-1A4B-4391-81D4-CB19F9AB918A}"/>
          </ac:spMkLst>
        </pc:spChg>
        <pc:spChg chg="add del">
          <ac:chgData name="Jones, Mandy (mrjones48)" userId="S::mrjones48@tntech.edu::bb3791ea-fb21-45aa-8115-8caf825c6915" providerId="AD" clId="Web-{C71DC962-A20B-CD32-200C-0952EA2804BA}" dt="2026-07-20T14:19:09.634" v="147"/>
          <ac:spMkLst>
            <pc:docMk/>
            <pc:sldMk cId="1865066598" sldId="265"/>
            <ac:spMk id="15" creationId="{063BBA22-50EA-4C4D-BE05-F1CE4E63AA56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9:09.665" v="148"/>
          <ac:spMkLst>
            <pc:docMk/>
            <pc:sldMk cId="1865066598" sldId="265"/>
            <ac:spMk id="17" creationId="{2E442304-DDBD-4F7B-8017-36BCC863FB40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9:09.665" v="148"/>
          <ac:spMkLst>
            <pc:docMk/>
            <pc:sldMk cId="1865066598" sldId="265"/>
            <ac:spMk id="18" creationId="{5E107275-3853-46FD-A241-DE4355A42675}"/>
          </ac:spMkLst>
        </pc:spChg>
        <pc:graphicFrameChg chg="add del">
          <ac:chgData name="Jones, Mandy (mrjones48)" userId="S::mrjones48@tntech.edu::bb3791ea-fb21-45aa-8115-8caf825c6915" providerId="AD" clId="Web-{C71DC962-A20B-CD32-200C-0952EA2804BA}" dt="2026-07-20T14:19:09.634" v="147"/>
          <ac:graphicFrameMkLst>
            <pc:docMk/>
            <pc:sldMk cId="1865066598" sldId="265"/>
            <ac:graphicFrameMk id="5" creationId="{C975669A-3E13-78B9-91A1-AD4581DA89E5}"/>
          </ac:graphicFrameMkLst>
        </pc:graphicFrameChg>
        <pc:graphicFrameChg chg="add">
          <ac:chgData name="Jones, Mandy (mrjones48)" userId="S::mrjones48@tntech.edu::bb3791ea-fb21-45aa-8115-8caf825c6915" providerId="AD" clId="Web-{C71DC962-A20B-CD32-200C-0952EA2804BA}" dt="2026-07-20T14:19:09.665" v="148"/>
          <ac:graphicFrameMkLst>
            <pc:docMk/>
            <pc:sldMk cId="1865066598" sldId="265"/>
            <ac:graphicFrameMk id="19" creationId="{FD0B9A8E-DEE8-CDCE-3CDE-A2DB0ACB455B}"/>
          </ac:graphicFrameMkLst>
        </pc:graphicFrameChg>
      </pc:sldChg>
      <pc:sldChg chg="addSp modSp mod modClrScheme chgLayout">
        <pc:chgData name="Jones, Mandy (mrjones48)" userId="S::mrjones48@tntech.edu::bb3791ea-fb21-45aa-8115-8caf825c6915" providerId="AD" clId="Web-{C71DC962-A20B-CD32-200C-0952EA2804BA}" dt="2026-07-20T14:06:25.275" v="71"/>
        <pc:sldMkLst>
          <pc:docMk/>
          <pc:sldMk cId="4062547493" sldId="266"/>
        </pc:sldMkLst>
        <pc:spChg chg="mod ord">
          <ac:chgData name="Jones, Mandy (mrjones48)" userId="S::mrjones48@tntech.edu::bb3791ea-fb21-45aa-8115-8caf825c6915" providerId="AD" clId="Web-{C71DC962-A20B-CD32-200C-0952EA2804BA}" dt="2026-07-20T14:06:25.275" v="71"/>
          <ac:spMkLst>
            <pc:docMk/>
            <pc:sldMk cId="4062547493" sldId="266"/>
            <ac:spMk id="5" creationId="{A24A0750-891B-20F7-FAFB-568277CE20DC}"/>
          </ac:spMkLst>
        </pc:spChg>
        <pc:grpChg chg="add">
          <ac:chgData name="Jones, Mandy (mrjones48)" userId="S::mrjones48@tntech.edu::bb3791ea-fb21-45aa-8115-8caf825c6915" providerId="AD" clId="Web-{C71DC962-A20B-CD32-200C-0952EA2804BA}" dt="2026-07-20T14:06:25.275" v="71"/>
          <ac:grpSpMkLst>
            <pc:docMk/>
            <pc:sldMk cId="4062547493" sldId="266"/>
            <ac:grpSpMk id="10" creationId="{1E5539EC-8CB8-002F-68C6-678840282659}"/>
          </ac:grpSpMkLst>
        </pc:grpChg>
        <pc:graphicFrameChg chg="mod ord modGraphic">
          <ac:chgData name="Jones, Mandy (mrjones48)" userId="S::mrjones48@tntech.edu::bb3791ea-fb21-45aa-8115-8caf825c6915" providerId="AD" clId="Web-{C71DC962-A20B-CD32-200C-0952EA2804BA}" dt="2026-07-20T14:06:25.275" v="71"/>
          <ac:graphicFrameMkLst>
            <pc:docMk/>
            <pc:sldMk cId="4062547493" sldId="266"/>
            <ac:graphicFrameMk id="4" creationId="{C42F9C36-840E-5FAB-D0C1-7C8B9F527B72}"/>
          </ac:graphicFrameMkLst>
        </pc:graphicFrameChg>
      </pc:sldChg>
      <pc:sldChg chg="addSp modSp mod setBg modClrScheme chgLayout">
        <pc:chgData name="Jones, Mandy (mrjones48)" userId="S::mrjones48@tntech.edu::bb3791ea-fb21-45aa-8115-8caf825c6915" providerId="AD" clId="Web-{C71DC962-A20B-CD32-200C-0952EA2804BA}" dt="2026-07-20T14:12:10.477" v="105" actId="20577"/>
        <pc:sldMkLst>
          <pc:docMk/>
          <pc:sldMk cId="1507657558" sldId="267"/>
        </pc:sldMkLst>
        <pc:spChg chg="mod ord">
          <ac:chgData name="Jones, Mandy (mrjones48)" userId="S::mrjones48@tntech.edu::bb3791ea-fb21-45aa-8115-8caf825c6915" providerId="AD" clId="Web-{C71DC962-A20B-CD32-200C-0952EA2804BA}" dt="2026-07-20T14:08:11.592" v="78" actId="20577"/>
          <ac:spMkLst>
            <pc:docMk/>
            <pc:sldMk cId="1507657558" sldId="267"/>
            <ac:spMk id="2" creationId="{9DF6A618-E005-7D3B-0710-29F195929D74}"/>
          </ac:spMkLst>
        </pc:spChg>
        <pc:spChg chg="add mod">
          <ac:chgData name="Jones, Mandy (mrjones48)" userId="S::mrjones48@tntech.edu::bb3791ea-fb21-45aa-8115-8caf825c6915" providerId="AD" clId="Web-{C71DC962-A20B-CD32-200C-0952EA2804BA}" dt="2026-07-20T14:12:10.477" v="105" actId="20577"/>
          <ac:spMkLst>
            <pc:docMk/>
            <pc:sldMk cId="1507657558" sldId="267"/>
            <ac:spMk id="10" creationId="{4B77AB21-44A9-6ACE-CF8B-7208AC179D3E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7:02.870" v="72"/>
          <ac:spMkLst>
            <pc:docMk/>
            <pc:sldMk cId="1507657558" sldId="267"/>
            <ac:spMk id="13" creationId="{32AEEBC8-9D30-42EF-95F2-386C2653FBF0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7:02.870" v="72"/>
          <ac:spMkLst>
            <pc:docMk/>
            <pc:sldMk cId="1507657558" sldId="267"/>
            <ac:spMk id="15" creationId="{3529E97A-97C3-40EA-8A04-5C02398D568F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07:02.870" v="72"/>
          <ac:spMkLst>
            <pc:docMk/>
            <pc:sldMk cId="1507657558" sldId="267"/>
            <ac:spMk id="17" creationId="{59FA8C2E-A5A7-4490-927A-7CD58343EDBB}"/>
          </ac:spMkLst>
        </pc:spChg>
        <pc:picChg chg="mod ord">
          <ac:chgData name="Jones, Mandy (mrjones48)" userId="S::mrjones48@tntech.edu::bb3791ea-fb21-45aa-8115-8caf825c6915" providerId="AD" clId="Web-{C71DC962-A20B-CD32-200C-0952EA2804BA}" dt="2026-07-20T14:07:02.870" v="72"/>
          <ac:picMkLst>
            <pc:docMk/>
            <pc:sldMk cId="1507657558" sldId="267"/>
            <ac:picMk id="6" creationId="{6B88DFA1-52BE-96F3-78BC-A184662EC4B0}"/>
          </ac:picMkLst>
        </pc:picChg>
      </pc:sldChg>
      <pc:sldChg chg="addSp modSp mod setBg modClrScheme chgLayout">
        <pc:chgData name="Jones, Mandy (mrjones48)" userId="S::mrjones48@tntech.edu::bb3791ea-fb21-45aa-8115-8caf825c6915" providerId="AD" clId="Web-{C71DC962-A20B-CD32-200C-0952EA2804BA}" dt="2026-07-20T14:16:49.363" v="140" actId="14100"/>
        <pc:sldMkLst>
          <pc:docMk/>
          <pc:sldMk cId="185779493" sldId="268"/>
        </pc:sldMkLst>
        <pc:spChg chg="mod ord">
          <ac:chgData name="Jones, Mandy (mrjones48)" userId="S::mrjones48@tntech.edu::bb3791ea-fb21-45aa-8115-8caf825c6915" providerId="AD" clId="Web-{C71DC962-A20B-CD32-200C-0952EA2804BA}" dt="2026-07-20T14:15:45.860" v="132" actId="14100"/>
          <ac:spMkLst>
            <pc:docMk/>
            <pc:sldMk cId="185779493" sldId="268"/>
            <ac:spMk id="2" creationId="{B9630C18-6A8E-D11D-426A-3C05317E24CE}"/>
          </ac:spMkLst>
        </pc:spChg>
        <pc:spChg chg="add mod">
          <ac:chgData name="Jones, Mandy (mrjones48)" userId="S::mrjones48@tntech.edu::bb3791ea-fb21-45aa-8115-8caf825c6915" providerId="AD" clId="Web-{C71DC962-A20B-CD32-200C-0952EA2804BA}" dt="2026-07-20T14:16:11.299" v="139" actId="20577"/>
          <ac:spMkLst>
            <pc:docMk/>
            <pc:sldMk cId="185779493" sldId="268"/>
            <ac:spMk id="7" creationId="{07F0173B-A7CD-D2E3-E8BD-765AC9450A4F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5:37.329" v="128"/>
          <ac:spMkLst>
            <pc:docMk/>
            <pc:sldMk cId="185779493" sldId="268"/>
            <ac:spMk id="10" creationId="{32AEEBC8-9D30-42EF-95F2-386C2653FBF0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5:37.329" v="128"/>
          <ac:spMkLst>
            <pc:docMk/>
            <pc:sldMk cId="185779493" sldId="268"/>
            <ac:spMk id="12" creationId="{3529E97A-97C3-40EA-8A04-5C02398D568F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5:37.329" v="128"/>
          <ac:spMkLst>
            <pc:docMk/>
            <pc:sldMk cId="185779493" sldId="268"/>
            <ac:spMk id="14" creationId="{59FA8C2E-A5A7-4490-927A-7CD58343EDBB}"/>
          </ac:spMkLst>
        </pc:spChg>
        <pc:picChg chg="mod ord">
          <ac:chgData name="Jones, Mandy (mrjones48)" userId="S::mrjones48@tntech.edu::bb3791ea-fb21-45aa-8115-8caf825c6915" providerId="AD" clId="Web-{C71DC962-A20B-CD32-200C-0952EA2804BA}" dt="2026-07-20T14:16:49.363" v="140" actId="14100"/>
          <ac:picMkLst>
            <pc:docMk/>
            <pc:sldMk cId="185779493" sldId="268"/>
            <ac:picMk id="3" creationId="{69EB010B-201D-5D15-B47F-87BE1604C2E0}"/>
          </ac:picMkLst>
        </pc:picChg>
      </pc:sldChg>
      <pc:sldChg chg="addSp delSp modSp mod setBg modClrScheme chgLayout">
        <pc:chgData name="Jones, Mandy (mrjones48)" userId="S::mrjones48@tntech.edu::bb3791ea-fb21-45aa-8115-8caf825c6915" providerId="AD" clId="Web-{C71DC962-A20B-CD32-200C-0952EA2804BA}" dt="2026-07-20T14:15:03.983" v="127" actId="14100"/>
        <pc:sldMkLst>
          <pc:docMk/>
          <pc:sldMk cId="3531687618" sldId="269"/>
        </pc:sldMkLst>
        <pc:spChg chg="mod ord">
          <ac:chgData name="Jones, Mandy (mrjones48)" userId="S::mrjones48@tntech.edu::bb3791ea-fb21-45aa-8115-8caf825c6915" providerId="AD" clId="Web-{C71DC962-A20B-CD32-200C-0952EA2804BA}" dt="2026-07-20T14:13:03.276" v="111" actId="20577"/>
          <ac:spMkLst>
            <pc:docMk/>
            <pc:sldMk cId="3531687618" sldId="269"/>
            <ac:spMk id="2" creationId="{01926426-CB01-B34F-A1F0-4C51222D8378}"/>
          </ac:spMkLst>
        </pc:spChg>
        <pc:spChg chg="add mod">
          <ac:chgData name="Jones, Mandy (mrjones48)" userId="S::mrjones48@tntech.edu::bb3791ea-fb21-45aa-8115-8caf825c6915" providerId="AD" clId="Web-{C71DC962-A20B-CD32-200C-0952EA2804BA}" dt="2026-07-20T14:13:27.917" v="120" actId="20577"/>
          <ac:spMkLst>
            <pc:docMk/>
            <pc:sldMk cId="3531687618" sldId="269"/>
            <ac:spMk id="7" creationId="{DAEA9872-68D3-ABA0-A251-B538813EE119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2:33.134" v="106"/>
          <ac:spMkLst>
            <pc:docMk/>
            <pc:sldMk cId="3531687618" sldId="269"/>
            <ac:spMk id="10" creationId="{32AEEBC8-9D30-42EF-95F2-386C2653FBF0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2:33.134" v="106"/>
          <ac:spMkLst>
            <pc:docMk/>
            <pc:sldMk cId="3531687618" sldId="269"/>
            <ac:spMk id="12" creationId="{3529E97A-97C3-40EA-8A04-5C02398D568F}"/>
          </ac:spMkLst>
        </pc:spChg>
        <pc:spChg chg="add">
          <ac:chgData name="Jones, Mandy (mrjones48)" userId="S::mrjones48@tntech.edu::bb3791ea-fb21-45aa-8115-8caf825c6915" providerId="AD" clId="Web-{C71DC962-A20B-CD32-200C-0952EA2804BA}" dt="2026-07-20T14:12:33.134" v="106"/>
          <ac:spMkLst>
            <pc:docMk/>
            <pc:sldMk cId="3531687618" sldId="269"/>
            <ac:spMk id="14" creationId="{59FA8C2E-A5A7-4490-927A-7CD58343EDBB}"/>
          </ac:spMkLst>
        </pc:spChg>
        <pc:picChg chg="mod ord">
          <ac:chgData name="Jones, Mandy (mrjones48)" userId="S::mrjones48@tntech.edu::bb3791ea-fb21-45aa-8115-8caf825c6915" providerId="AD" clId="Web-{C71DC962-A20B-CD32-200C-0952EA2804BA}" dt="2026-07-20T14:15:03.983" v="127" actId="14100"/>
          <ac:picMkLst>
            <pc:docMk/>
            <pc:sldMk cId="3531687618" sldId="269"/>
            <ac:picMk id="3" creationId="{71CF3B12-195E-6D4B-6F0D-E1915B44D74E}"/>
          </ac:picMkLst>
        </pc:picChg>
        <pc:picChg chg="add del mod">
          <ac:chgData name="Jones, Mandy (mrjones48)" userId="S::mrjones48@tntech.edu::bb3791ea-fb21-45aa-8115-8caf825c6915" providerId="AD" clId="Web-{C71DC962-A20B-CD32-200C-0952EA2804BA}" dt="2026-07-20T14:14:57.921" v="126"/>
          <ac:picMkLst>
            <pc:docMk/>
            <pc:sldMk cId="3531687618" sldId="269"/>
            <ac:picMk id="4" creationId="{6CCAEE28-14A6-7F57-025E-B4E3FE6365C8}"/>
          </ac:picMkLst>
        </pc:picChg>
      </pc:sldChg>
      <pc:sldMasterChg chg="add del addSldLayout delSldLayout">
        <pc:chgData name="Jones, Mandy (mrjones48)" userId="S::mrjones48@tntech.edu::bb3791ea-fb21-45aa-8115-8caf825c6915" providerId="AD" clId="Web-{C71DC962-A20B-CD32-200C-0952EA2804BA}" dt="2026-07-20T13:52:19.913" v="10"/>
        <pc:sldMasterMkLst>
          <pc:docMk/>
          <pc:sldMasterMk cId="3628251633" sldId="2147483648"/>
        </pc:sldMasterMkLst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4032229049" sldId="2147483649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225345498" sldId="2147483650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263124120" sldId="2147483651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1986433569" sldId="2147483652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1978523972" sldId="2147483653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1374995563" sldId="2147483654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3466757436" sldId="2147483655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3787295707" sldId="2147483656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2435299174" sldId="2147483657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4194390479" sldId="2147483658"/>
          </pc:sldLayoutMkLst>
        </pc:sldLayoutChg>
        <pc:sldLayoutChg chg="add del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3628251633" sldId="2147483648"/>
            <pc:sldLayoutMk cId="2056351538" sldId="2147483659"/>
          </pc:sldLayoutMkLst>
        </pc:sldLayoutChg>
      </pc:sldMasterChg>
      <pc:sldMasterChg chg="add del addSldLayout delSldLayout modSldLayout">
        <pc:chgData name="Jones, Mandy (mrjones48)" userId="S::mrjones48@tntech.edu::bb3791ea-fb21-45aa-8115-8caf825c6915" providerId="AD" clId="Web-{C71DC962-A20B-CD32-200C-0952EA2804BA}" dt="2026-07-20T13:52:19.913" v="10"/>
        <pc:sldMasterMkLst>
          <pc:docMk/>
          <pc:sldMasterMk cId="213749138" sldId="2147483660"/>
        </pc:sldMasterMkLst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694758378" sldId="2147483661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133269380" sldId="2147483662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452746570" sldId="2147483663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50721126" sldId="2147483664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891069722" sldId="2147483665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2555107717" sldId="2147483666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3233720507" sldId="2147483667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853876824" sldId="2147483668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315838592" sldId="2147483669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633822318" sldId="2147483670"/>
          </pc:sldLayoutMkLst>
        </pc:sldLayoutChg>
        <pc:sldLayoutChg chg="add del mod replId">
          <pc:chgData name="Jones, Mandy (mrjones48)" userId="S::mrjones48@tntech.edu::bb3791ea-fb21-45aa-8115-8caf825c6915" providerId="AD" clId="Web-{C71DC962-A20B-CD32-200C-0952EA2804BA}" dt="2026-07-20T13:52:19.913" v="10"/>
          <pc:sldLayoutMkLst>
            <pc:docMk/>
            <pc:sldMasterMk cId="213749138" sldId="2147483660"/>
            <pc:sldLayoutMk cId="1366135605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748616-6ECA-4CC5-B3EB-C95D35D1F11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83E6DAD-BB30-4EC5-A937-EB0468F506C4}">
      <dgm:prSet/>
      <dgm:spPr/>
      <dgm:t>
        <a:bodyPr/>
        <a:lstStyle/>
        <a:p>
          <a:r>
            <a:rPr lang="en-US"/>
            <a:t>Vehicle Routing Problem (VRP): optimize delivery routes for a fleet of vehicles. </a:t>
          </a:r>
        </a:p>
      </dgm:t>
    </dgm:pt>
    <dgm:pt modelId="{29131B6E-3D0C-48AE-ACD6-75D1AB05B591}" type="parTrans" cxnId="{AA2C1AB8-9E55-4FF9-B5C3-79FC828008A4}">
      <dgm:prSet/>
      <dgm:spPr/>
      <dgm:t>
        <a:bodyPr/>
        <a:lstStyle/>
        <a:p>
          <a:endParaRPr lang="en-US"/>
        </a:p>
      </dgm:t>
    </dgm:pt>
    <dgm:pt modelId="{C550063F-8D11-4282-9D4B-29561B06C4B6}" type="sibTrans" cxnId="{AA2C1AB8-9E55-4FF9-B5C3-79FC828008A4}">
      <dgm:prSet/>
      <dgm:spPr/>
      <dgm:t>
        <a:bodyPr/>
        <a:lstStyle/>
        <a:p>
          <a:endParaRPr lang="en-US"/>
        </a:p>
      </dgm:t>
    </dgm:pt>
    <dgm:pt modelId="{6C0FC8CD-F500-4EC3-BC83-D8FEA7691D9A}">
      <dgm:prSet/>
      <dgm:spPr/>
      <dgm:t>
        <a:bodyPr/>
        <a:lstStyle/>
        <a:p>
          <a:r>
            <a:rPr lang="en-US"/>
            <a:t>Focus: Capacitated Vehicle Routing Problem (CVRP). </a:t>
          </a:r>
        </a:p>
      </dgm:t>
    </dgm:pt>
    <dgm:pt modelId="{788CED9D-2D3D-4B45-99E0-BE8E62526234}" type="parTrans" cxnId="{517DD2F4-D130-4ED6-8DCC-1DC3BF5FD411}">
      <dgm:prSet/>
      <dgm:spPr/>
      <dgm:t>
        <a:bodyPr/>
        <a:lstStyle/>
        <a:p>
          <a:endParaRPr lang="en-US"/>
        </a:p>
      </dgm:t>
    </dgm:pt>
    <dgm:pt modelId="{69F6E57A-C9A3-483D-A74D-B479D46482A5}" type="sibTrans" cxnId="{517DD2F4-D130-4ED6-8DCC-1DC3BF5FD411}">
      <dgm:prSet/>
      <dgm:spPr/>
      <dgm:t>
        <a:bodyPr/>
        <a:lstStyle/>
        <a:p>
          <a:endParaRPr lang="en-US"/>
        </a:p>
      </dgm:t>
    </dgm:pt>
    <dgm:pt modelId="{7DF7C929-6E8E-43DF-93EC-07CD83D8DCEC}">
      <dgm:prSet/>
      <dgm:spPr/>
      <dgm:t>
        <a:bodyPr/>
        <a:lstStyle/>
        <a:p>
          <a:r>
            <a:rPr lang="en-US"/>
            <a:t>Vehicles have fixed capacity constraints.</a:t>
          </a:r>
        </a:p>
      </dgm:t>
    </dgm:pt>
    <dgm:pt modelId="{76BACFDA-5407-430D-B21B-3CA38D77433D}" type="parTrans" cxnId="{FC4EBF00-3B4C-4734-9AFA-8A5B857DF0AB}">
      <dgm:prSet/>
      <dgm:spPr/>
      <dgm:t>
        <a:bodyPr/>
        <a:lstStyle/>
        <a:p>
          <a:endParaRPr lang="en-US"/>
        </a:p>
      </dgm:t>
    </dgm:pt>
    <dgm:pt modelId="{C1E7C17B-37FC-4CF9-9AC8-F5204BE75955}" type="sibTrans" cxnId="{FC4EBF00-3B4C-4734-9AFA-8A5B857DF0AB}">
      <dgm:prSet/>
      <dgm:spPr/>
      <dgm:t>
        <a:bodyPr/>
        <a:lstStyle/>
        <a:p>
          <a:endParaRPr lang="en-US"/>
        </a:p>
      </dgm:t>
    </dgm:pt>
    <dgm:pt modelId="{F1DFDE2E-2B72-4613-B6F3-C0DDCBA5B681}">
      <dgm:prSet/>
      <dgm:spPr/>
      <dgm:t>
        <a:bodyPr/>
        <a:lstStyle/>
        <a:p>
          <a:r>
            <a:rPr lang="en-US"/>
            <a:t>Goal: minimize total travel distance while satisfying all customer demand. </a:t>
          </a:r>
        </a:p>
      </dgm:t>
    </dgm:pt>
    <dgm:pt modelId="{8A9BB623-CC68-4CAD-9434-9EAC166F9F3A}" type="parTrans" cxnId="{CCB48B5F-8304-45D9-BC26-F048B9813E05}">
      <dgm:prSet/>
      <dgm:spPr/>
      <dgm:t>
        <a:bodyPr/>
        <a:lstStyle/>
        <a:p>
          <a:endParaRPr lang="en-US"/>
        </a:p>
      </dgm:t>
    </dgm:pt>
    <dgm:pt modelId="{5095F19D-80B7-402F-93F8-8CA5E30142CD}" type="sibTrans" cxnId="{CCB48B5F-8304-45D9-BC26-F048B9813E05}">
      <dgm:prSet/>
      <dgm:spPr/>
      <dgm:t>
        <a:bodyPr/>
        <a:lstStyle/>
        <a:p>
          <a:endParaRPr lang="en-US"/>
        </a:p>
      </dgm:t>
    </dgm:pt>
    <dgm:pt modelId="{5F5F4580-675A-4C15-9B36-6FBC80FEFC01}">
      <dgm:prSet/>
      <dgm:spPr/>
      <dgm:t>
        <a:bodyPr/>
        <a:lstStyle/>
        <a:p>
          <a:r>
            <a:rPr lang="en-US"/>
            <a:t>CVRP is NP-hard and closely related to the Traveling Salesman Problem. </a:t>
          </a:r>
        </a:p>
      </dgm:t>
    </dgm:pt>
    <dgm:pt modelId="{9D515C1F-E812-4219-83A3-50046CC180D0}" type="parTrans" cxnId="{9D31275E-2EFA-4AAA-8F4E-7F8B26A40601}">
      <dgm:prSet/>
      <dgm:spPr/>
      <dgm:t>
        <a:bodyPr/>
        <a:lstStyle/>
        <a:p>
          <a:endParaRPr lang="en-US"/>
        </a:p>
      </dgm:t>
    </dgm:pt>
    <dgm:pt modelId="{0040A8D6-65FD-4AD8-9829-47BD22EA0306}" type="sibTrans" cxnId="{9D31275E-2EFA-4AAA-8F4E-7F8B26A40601}">
      <dgm:prSet/>
      <dgm:spPr/>
      <dgm:t>
        <a:bodyPr/>
        <a:lstStyle/>
        <a:p>
          <a:endParaRPr lang="en-US"/>
        </a:p>
      </dgm:t>
    </dgm:pt>
    <dgm:pt modelId="{30061AAD-5A80-45B9-A117-B8B468C2A309}">
      <dgm:prSet/>
      <dgm:spPr/>
      <dgm:t>
        <a:bodyPr/>
        <a:lstStyle/>
        <a:p>
          <a:r>
            <a:rPr lang="en-US"/>
            <a:t>Heuristic methods provide practical solutions for large instances. </a:t>
          </a:r>
        </a:p>
      </dgm:t>
    </dgm:pt>
    <dgm:pt modelId="{3488B117-5516-4003-8BC0-0CF1EE342BA5}" type="parTrans" cxnId="{FBDE95F3-8F9C-49E8-A9A9-FAB51758F8F4}">
      <dgm:prSet/>
      <dgm:spPr/>
      <dgm:t>
        <a:bodyPr/>
        <a:lstStyle/>
        <a:p>
          <a:endParaRPr lang="en-US"/>
        </a:p>
      </dgm:t>
    </dgm:pt>
    <dgm:pt modelId="{38D225F0-BC56-4934-A3C4-10CB240497B1}" type="sibTrans" cxnId="{FBDE95F3-8F9C-49E8-A9A9-FAB51758F8F4}">
      <dgm:prSet/>
      <dgm:spPr/>
      <dgm:t>
        <a:bodyPr/>
        <a:lstStyle/>
        <a:p>
          <a:endParaRPr lang="en-US"/>
        </a:p>
      </dgm:t>
    </dgm:pt>
    <dgm:pt modelId="{F9E21DD2-4080-4606-8C3B-B03A04E29727}" type="pres">
      <dgm:prSet presAssocID="{9D748616-6ECA-4CC5-B3EB-C95D35D1F119}" presName="diagram" presStyleCnt="0">
        <dgm:presLayoutVars>
          <dgm:dir/>
          <dgm:resizeHandles val="exact"/>
        </dgm:presLayoutVars>
      </dgm:prSet>
      <dgm:spPr/>
    </dgm:pt>
    <dgm:pt modelId="{9B845857-9E29-41A3-BEA5-2BE7DC4D75AF}" type="pres">
      <dgm:prSet presAssocID="{E83E6DAD-BB30-4EC5-A937-EB0468F506C4}" presName="node" presStyleLbl="node1" presStyleIdx="0" presStyleCnt="6">
        <dgm:presLayoutVars>
          <dgm:bulletEnabled val="1"/>
        </dgm:presLayoutVars>
      </dgm:prSet>
      <dgm:spPr/>
    </dgm:pt>
    <dgm:pt modelId="{BF3C8496-F4D5-4953-AF44-1FD4EFA2D7C2}" type="pres">
      <dgm:prSet presAssocID="{C550063F-8D11-4282-9D4B-29561B06C4B6}" presName="sibTrans" presStyleCnt="0"/>
      <dgm:spPr/>
    </dgm:pt>
    <dgm:pt modelId="{FAB31C6B-CB36-4138-B223-3233B98D6847}" type="pres">
      <dgm:prSet presAssocID="{6C0FC8CD-F500-4EC3-BC83-D8FEA7691D9A}" presName="node" presStyleLbl="node1" presStyleIdx="1" presStyleCnt="6">
        <dgm:presLayoutVars>
          <dgm:bulletEnabled val="1"/>
        </dgm:presLayoutVars>
      </dgm:prSet>
      <dgm:spPr/>
    </dgm:pt>
    <dgm:pt modelId="{D7BBB530-D7EC-4C97-990B-564D6F0FCB20}" type="pres">
      <dgm:prSet presAssocID="{69F6E57A-C9A3-483D-A74D-B479D46482A5}" presName="sibTrans" presStyleCnt="0"/>
      <dgm:spPr/>
    </dgm:pt>
    <dgm:pt modelId="{B15ED343-863F-4EB6-A9E8-8F51642686B5}" type="pres">
      <dgm:prSet presAssocID="{7DF7C929-6E8E-43DF-93EC-07CD83D8DCEC}" presName="node" presStyleLbl="node1" presStyleIdx="2" presStyleCnt="6">
        <dgm:presLayoutVars>
          <dgm:bulletEnabled val="1"/>
        </dgm:presLayoutVars>
      </dgm:prSet>
      <dgm:spPr/>
    </dgm:pt>
    <dgm:pt modelId="{B3533990-B7C5-4102-8B40-21F3448AD582}" type="pres">
      <dgm:prSet presAssocID="{C1E7C17B-37FC-4CF9-9AC8-F5204BE75955}" presName="sibTrans" presStyleCnt="0"/>
      <dgm:spPr/>
    </dgm:pt>
    <dgm:pt modelId="{A19C0829-8948-4920-B2E8-E68F7330B4CD}" type="pres">
      <dgm:prSet presAssocID="{F1DFDE2E-2B72-4613-B6F3-C0DDCBA5B681}" presName="node" presStyleLbl="node1" presStyleIdx="3" presStyleCnt="6">
        <dgm:presLayoutVars>
          <dgm:bulletEnabled val="1"/>
        </dgm:presLayoutVars>
      </dgm:prSet>
      <dgm:spPr/>
    </dgm:pt>
    <dgm:pt modelId="{BAD3B42B-B8E7-4F8E-84FA-4F30A89FE5FD}" type="pres">
      <dgm:prSet presAssocID="{5095F19D-80B7-402F-93F8-8CA5E30142CD}" presName="sibTrans" presStyleCnt="0"/>
      <dgm:spPr/>
    </dgm:pt>
    <dgm:pt modelId="{4301DCD1-B360-4BBF-8E18-56E85C168A80}" type="pres">
      <dgm:prSet presAssocID="{5F5F4580-675A-4C15-9B36-6FBC80FEFC01}" presName="node" presStyleLbl="node1" presStyleIdx="4" presStyleCnt="6">
        <dgm:presLayoutVars>
          <dgm:bulletEnabled val="1"/>
        </dgm:presLayoutVars>
      </dgm:prSet>
      <dgm:spPr/>
    </dgm:pt>
    <dgm:pt modelId="{9840025C-000D-4B45-8AD0-CD1B40730174}" type="pres">
      <dgm:prSet presAssocID="{0040A8D6-65FD-4AD8-9829-47BD22EA0306}" presName="sibTrans" presStyleCnt="0"/>
      <dgm:spPr/>
    </dgm:pt>
    <dgm:pt modelId="{B3AE106D-7423-4177-8D2E-D8969221E388}" type="pres">
      <dgm:prSet presAssocID="{30061AAD-5A80-45B9-A117-B8B468C2A309}" presName="node" presStyleLbl="node1" presStyleIdx="5" presStyleCnt="6">
        <dgm:presLayoutVars>
          <dgm:bulletEnabled val="1"/>
        </dgm:presLayoutVars>
      </dgm:prSet>
      <dgm:spPr/>
    </dgm:pt>
  </dgm:ptLst>
  <dgm:cxnLst>
    <dgm:cxn modelId="{FC4EBF00-3B4C-4734-9AFA-8A5B857DF0AB}" srcId="{9D748616-6ECA-4CC5-B3EB-C95D35D1F119}" destId="{7DF7C929-6E8E-43DF-93EC-07CD83D8DCEC}" srcOrd="2" destOrd="0" parTransId="{76BACFDA-5407-430D-B21B-3CA38D77433D}" sibTransId="{C1E7C17B-37FC-4CF9-9AC8-F5204BE75955}"/>
    <dgm:cxn modelId="{9D31275E-2EFA-4AAA-8F4E-7F8B26A40601}" srcId="{9D748616-6ECA-4CC5-B3EB-C95D35D1F119}" destId="{5F5F4580-675A-4C15-9B36-6FBC80FEFC01}" srcOrd="4" destOrd="0" parTransId="{9D515C1F-E812-4219-83A3-50046CC180D0}" sibTransId="{0040A8D6-65FD-4AD8-9829-47BD22EA0306}"/>
    <dgm:cxn modelId="{CCB48B5F-8304-45D9-BC26-F048B9813E05}" srcId="{9D748616-6ECA-4CC5-B3EB-C95D35D1F119}" destId="{F1DFDE2E-2B72-4613-B6F3-C0DDCBA5B681}" srcOrd="3" destOrd="0" parTransId="{8A9BB623-CC68-4CAD-9434-9EAC166F9F3A}" sibTransId="{5095F19D-80B7-402F-93F8-8CA5E30142CD}"/>
    <dgm:cxn modelId="{88A00B74-5494-4131-8A18-F8A31EA2F052}" type="presOf" srcId="{7DF7C929-6E8E-43DF-93EC-07CD83D8DCEC}" destId="{B15ED343-863F-4EB6-A9E8-8F51642686B5}" srcOrd="0" destOrd="0" presId="urn:microsoft.com/office/officeart/2005/8/layout/default"/>
    <dgm:cxn modelId="{E8108779-D65D-42A2-8DF3-1D30B9571CEB}" type="presOf" srcId="{F1DFDE2E-2B72-4613-B6F3-C0DDCBA5B681}" destId="{A19C0829-8948-4920-B2E8-E68F7330B4CD}" srcOrd="0" destOrd="0" presId="urn:microsoft.com/office/officeart/2005/8/layout/default"/>
    <dgm:cxn modelId="{4B63CF90-435E-40B2-BDD9-6B360BDA5A1F}" type="presOf" srcId="{6C0FC8CD-F500-4EC3-BC83-D8FEA7691D9A}" destId="{FAB31C6B-CB36-4138-B223-3233B98D6847}" srcOrd="0" destOrd="0" presId="urn:microsoft.com/office/officeart/2005/8/layout/default"/>
    <dgm:cxn modelId="{AA2C1AB8-9E55-4FF9-B5C3-79FC828008A4}" srcId="{9D748616-6ECA-4CC5-B3EB-C95D35D1F119}" destId="{E83E6DAD-BB30-4EC5-A937-EB0468F506C4}" srcOrd="0" destOrd="0" parTransId="{29131B6E-3D0C-48AE-ACD6-75D1AB05B591}" sibTransId="{C550063F-8D11-4282-9D4B-29561B06C4B6}"/>
    <dgm:cxn modelId="{D96BF8D8-5559-40CA-897C-A8020C001381}" type="presOf" srcId="{30061AAD-5A80-45B9-A117-B8B468C2A309}" destId="{B3AE106D-7423-4177-8D2E-D8969221E388}" srcOrd="0" destOrd="0" presId="urn:microsoft.com/office/officeart/2005/8/layout/default"/>
    <dgm:cxn modelId="{A23388EF-114E-4EB2-BCC8-CA7C84DE6293}" type="presOf" srcId="{E83E6DAD-BB30-4EC5-A937-EB0468F506C4}" destId="{9B845857-9E29-41A3-BEA5-2BE7DC4D75AF}" srcOrd="0" destOrd="0" presId="urn:microsoft.com/office/officeart/2005/8/layout/default"/>
    <dgm:cxn modelId="{FBDE95F3-8F9C-49E8-A9A9-FAB51758F8F4}" srcId="{9D748616-6ECA-4CC5-B3EB-C95D35D1F119}" destId="{30061AAD-5A80-45B9-A117-B8B468C2A309}" srcOrd="5" destOrd="0" parTransId="{3488B117-5516-4003-8BC0-0CF1EE342BA5}" sibTransId="{38D225F0-BC56-4934-A3C4-10CB240497B1}"/>
    <dgm:cxn modelId="{274992F4-42BE-4406-BC5B-A4936E61F19E}" type="presOf" srcId="{5F5F4580-675A-4C15-9B36-6FBC80FEFC01}" destId="{4301DCD1-B360-4BBF-8E18-56E85C168A80}" srcOrd="0" destOrd="0" presId="urn:microsoft.com/office/officeart/2005/8/layout/default"/>
    <dgm:cxn modelId="{517DD2F4-D130-4ED6-8DCC-1DC3BF5FD411}" srcId="{9D748616-6ECA-4CC5-B3EB-C95D35D1F119}" destId="{6C0FC8CD-F500-4EC3-BC83-D8FEA7691D9A}" srcOrd="1" destOrd="0" parTransId="{788CED9D-2D3D-4B45-99E0-BE8E62526234}" sibTransId="{69F6E57A-C9A3-483D-A74D-B479D46482A5}"/>
    <dgm:cxn modelId="{90CF82FB-DBB7-4E27-A3FC-8AD676F0ED82}" type="presOf" srcId="{9D748616-6ECA-4CC5-B3EB-C95D35D1F119}" destId="{F9E21DD2-4080-4606-8C3B-B03A04E29727}" srcOrd="0" destOrd="0" presId="urn:microsoft.com/office/officeart/2005/8/layout/default"/>
    <dgm:cxn modelId="{C82A34CB-4200-498D-905B-AEA576B0139F}" type="presParOf" srcId="{F9E21DD2-4080-4606-8C3B-B03A04E29727}" destId="{9B845857-9E29-41A3-BEA5-2BE7DC4D75AF}" srcOrd="0" destOrd="0" presId="urn:microsoft.com/office/officeart/2005/8/layout/default"/>
    <dgm:cxn modelId="{F18A81F5-68BF-4C89-97E5-B46B7A4A1FE0}" type="presParOf" srcId="{F9E21DD2-4080-4606-8C3B-B03A04E29727}" destId="{BF3C8496-F4D5-4953-AF44-1FD4EFA2D7C2}" srcOrd="1" destOrd="0" presId="urn:microsoft.com/office/officeart/2005/8/layout/default"/>
    <dgm:cxn modelId="{81BA9405-C452-4614-81C9-21D43A093A5A}" type="presParOf" srcId="{F9E21DD2-4080-4606-8C3B-B03A04E29727}" destId="{FAB31C6B-CB36-4138-B223-3233B98D6847}" srcOrd="2" destOrd="0" presId="urn:microsoft.com/office/officeart/2005/8/layout/default"/>
    <dgm:cxn modelId="{54FC9B8A-70A1-4F4D-9189-5608F6C802FB}" type="presParOf" srcId="{F9E21DD2-4080-4606-8C3B-B03A04E29727}" destId="{D7BBB530-D7EC-4C97-990B-564D6F0FCB20}" srcOrd="3" destOrd="0" presId="urn:microsoft.com/office/officeart/2005/8/layout/default"/>
    <dgm:cxn modelId="{C959B695-A755-479C-B47E-3BA982CB5DE4}" type="presParOf" srcId="{F9E21DD2-4080-4606-8C3B-B03A04E29727}" destId="{B15ED343-863F-4EB6-A9E8-8F51642686B5}" srcOrd="4" destOrd="0" presId="urn:microsoft.com/office/officeart/2005/8/layout/default"/>
    <dgm:cxn modelId="{799A3A60-C93F-4927-ABA0-40002EAFE41D}" type="presParOf" srcId="{F9E21DD2-4080-4606-8C3B-B03A04E29727}" destId="{B3533990-B7C5-4102-8B40-21F3448AD582}" srcOrd="5" destOrd="0" presId="urn:microsoft.com/office/officeart/2005/8/layout/default"/>
    <dgm:cxn modelId="{7F7CC2A8-F27F-4DD4-A7B4-A72D7B71F11F}" type="presParOf" srcId="{F9E21DD2-4080-4606-8C3B-B03A04E29727}" destId="{A19C0829-8948-4920-B2E8-E68F7330B4CD}" srcOrd="6" destOrd="0" presId="urn:microsoft.com/office/officeart/2005/8/layout/default"/>
    <dgm:cxn modelId="{32ABCF73-E60C-4D36-9FA3-42BF580AC996}" type="presParOf" srcId="{F9E21DD2-4080-4606-8C3B-B03A04E29727}" destId="{BAD3B42B-B8E7-4F8E-84FA-4F30A89FE5FD}" srcOrd="7" destOrd="0" presId="urn:microsoft.com/office/officeart/2005/8/layout/default"/>
    <dgm:cxn modelId="{05BEC876-CAF3-4AB5-A02F-4FBBA25478A4}" type="presParOf" srcId="{F9E21DD2-4080-4606-8C3B-B03A04E29727}" destId="{4301DCD1-B360-4BBF-8E18-56E85C168A80}" srcOrd="8" destOrd="0" presId="urn:microsoft.com/office/officeart/2005/8/layout/default"/>
    <dgm:cxn modelId="{64A7D718-7163-4F36-A2C8-9129D4D3AFE2}" type="presParOf" srcId="{F9E21DD2-4080-4606-8C3B-B03A04E29727}" destId="{9840025C-000D-4B45-8AD0-CD1B40730174}" srcOrd="9" destOrd="0" presId="urn:microsoft.com/office/officeart/2005/8/layout/default"/>
    <dgm:cxn modelId="{52A49849-01C0-4CB9-8277-1DC8C707E2D5}" type="presParOf" srcId="{F9E21DD2-4080-4606-8C3B-B03A04E29727}" destId="{B3AE106D-7423-4177-8D2E-D8969221E38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23051D-C214-457B-AC35-65555307A81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66F1C1-2BF6-46E3-BAB2-0D34D8D27EC0}">
      <dgm:prSet/>
      <dgm:spPr/>
      <dgm:t>
        <a:bodyPr/>
        <a:lstStyle/>
        <a:p>
          <a:r>
            <a:rPr lang="en-US"/>
            <a:t>Observed runtime growth aligns with theoretical complexity. </a:t>
          </a:r>
        </a:p>
      </dgm:t>
    </dgm:pt>
    <dgm:pt modelId="{7D24EDBF-245C-47F6-8AAE-C7C5155144E7}" type="parTrans" cxnId="{56F04738-4612-4ADA-ADF0-FF1C57576BCE}">
      <dgm:prSet/>
      <dgm:spPr/>
      <dgm:t>
        <a:bodyPr/>
        <a:lstStyle/>
        <a:p>
          <a:endParaRPr lang="en-US"/>
        </a:p>
      </dgm:t>
    </dgm:pt>
    <dgm:pt modelId="{9DFD1C9E-69D5-4874-9224-025D31284FA5}" type="sibTrans" cxnId="{56F04738-4612-4ADA-ADF0-FF1C57576BCE}">
      <dgm:prSet/>
      <dgm:spPr/>
      <dgm:t>
        <a:bodyPr/>
        <a:lstStyle/>
        <a:p>
          <a:endParaRPr lang="en-US"/>
        </a:p>
      </dgm:t>
    </dgm:pt>
    <dgm:pt modelId="{CF4D2C25-D0EE-48D3-B62C-6B449AEAE412}">
      <dgm:prSet/>
      <dgm:spPr/>
      <dgm:t>
        <a:bodyPr/>
        <a:lstStyle/>
        <a:p>
          <a:r>
            <a:rPr lang="en-US"/>
            <a:t>NN scales efficiently but sacrifices route quality. </a:t>
          </a:r>
        </a:p>
      </dgm:t>
    </dgm:pt>
    <dgm:pt modelId="{83C8E078-B627-4ED3-B719-14A957C63F9A}" type="parTrans" cxnId="{FCF60B32-2234-41A1-993B-5D663A50E135}">
      <dgm:prSet/>
      <dgm:spPr/>
      <dgm:t>
        <a:bodyPr/>
        <a:lstStyle/>
        <a:p>
          <a:endParaRPr lang="en-US"/>
        </a:p>
      </dgm:t>
    </dgm:pt>
    <dgm:pt modelId="{688D19AB-AEB6-445B-B65C-E548DFF23819}" type="sibTrans" cxnId="{FCF60B32-2234-41A1-993B-5D663A50E135}">
      <dgm:prSet/>
      <dgm:spPr/>
      <dgm:t>
        <a:bodyPr/>
        <a:lstStyle/>
        <a:p>
          <a:endParaRPr lang="en-US"/>
        </a:p>
      </dgm:t>
    </dgm:pt>
    <dgm:pt modelId="{8099C7E4-DAC9-430E-A7D8-BCB0513C9AA0}">
      <dgm:prSet/>
      <dgm:spPr/>
      <dgm:t>
        <a:bodyPr/>
        <a:lstStyle/>
        <a:p>
          <a:r>
            <a:rPr lang="en-US"/>
            <a:t>CW maintains strong solution quality with moderate runtime costs. </a:t>
          </a:r>
        </a:p>
      </dgm:t>
    </dgm:pt>
    <dgm:pt modelId="{3A33199E-7187-493B-A50C-3E2770B9F603}" type="parTrans" cxnId="{BD6263E3-13B4-4139-8536-0E890EA3DD56}">
      <dgm:prSet/>
      <dgm:spPr/>
      <dgm:t>
        <a:bodyPr/>
        <a:lstStyle/>
        <a:p>
          <a:endParaRPr lang="en-US"/>
        </a:p>
      </dgm:t>
    </dgm:pt>
    <dgm:pt modelId="{3F564540-C1FD-4B0D-B541-5A201CEDA403}" type="sibTrans" cxnId="{BD6263E3-13B4-4139-8536-0E890EA3DD56}">
      <dgm:prSet/>
      <dgm:spPr/>
      <dgm:t>
        <a:bodyPr/>
        <a:lstStyle/>
        <a:p>
          <a:endParaRPr lang="en-US"/>
        </a:p>
      </dgm:t>
    </dgm:pt>
    <dgm:pt modelId="{683924CE-83F9-4D92-922D-D25D6FAA73F1}">
      <dgm:prSet/>
      <dgm:spPr/>
      <dgm:t>
        <a:bodyPr/>
        <a:lstStyle/>
        <a:p>
          <a:r>
            <a:rPr lang="en-US"/>
            <a:t>HS incurs substantially higher computational cost. </a:t>
          </a:r>
        </a:p>
      </dgm:t>
    </dgm:pt>
    <dgm:pt modelId="{264B4472-E497-48E0-BDEF-B12672C761DB}" type="parTrans" cxnId="{27EED122-CB75-48F8-A5EF-CD73A20D7C15}">
      <dgm:prSet/>
      <dgm:spPr/>
      <dgm:t>
        <a:bodyPr/>
        <a:lstStyle/>
        <a:p>
          <a:endParaRPr lang="en-US"/>
        </a:p>
      </dgm:t>
    </dgm:pt>
    <dgm:pt modelId="{CF74EFF2-CF59-43AA-B365-31A459AA4B2D}" type="sibTrans" cxnId="{27EED122-CB75-48F8-A5EF-CD73A20D7C15}">
      <dgm:prSet/>
      <dgm:spPr/>
      <dgm:t>
        <a:bodyPr/>
        <a:lstStyle/>
        <a:p>
          <a:endParaRPr lang="en-US"/>
        </a:p>
      </dgm:t>
    </dgm:pt>
    <dgm:pt modelId="{CFA75E0C-BB14-4228-A7C5-845C3456D489}">
      <dgm:prSet/>
      <dgm:spPr/>
      <dgm:t>
        <a:bodyPr/>
        <a:lstStyle/>
        <a:p>
          <a:r>
            <a:rPr lang="en-US"/>
            <a:t>Results suggest Harmony Search performance may depend heavily on parameter tuning and implementation details. </a:t>
          </a:r>
        </a:p>
      </dgm:t>
    </dgm:pt>
    <dgm:pt modelId="{EC9505A5-28F2-4CBB-9492-1349FE465B2C}" type="parTrans" cxnId="{876BA128-B1DD-470B-AA94-8DE6FB73E028}">
      <dgm:prSet/>
      <dgm:spPr/>
      <dgm:t>
        <a:bodyPr/>
        <a:lstStyle/>
        <a:p>
          <a:endParaRPr lang="en-US"/>
        </a:p>
      </dgm:t>
    </dgm:pt>
    <dgm:pt modelId="{AC0B46F9-C255-4F19-B702-89D902DDFAC5}" type="sibTrans" cxnId="{876BA128-B1DD-470B-AA94-8DE6FB73E028}">
      <dgm:prSet/>
      <dgm:spPr/>
      <dgm:t>
        <a:bodyPr/>
        <a:lstStyle/>
        <a:p>
          <a:endParaRPr lang="en-US"/>
        </a:p>
      </dgm:t>
    </dgm:pt>
    <dgm:pt modelId="{1DC0D9B7-F72E-4880-89DA-91165B5A6D83}">
      <dgm:prSet/>
      <dgm:spPr/>
      <dgm:t>
        <a:bodyPr/>
        <a:lstStyle/>
        <a:p>
          <a:r>
            <a:rPr lang="en-US"/>
            <a:t>Overall best balance: Clarke-Wright Savings.</a:t>
          </a:r>
        </a:p>
      </dgm:t>
    </dgm:pt>
    <dgm:pt modelId="{0F22F289-0118-4EA9-B801-3075F22EA646}" type="parTrans" cxnId="{3EBB79EA-8BF1-4AA3-8D23-3ABE13F84A27}">
      <dgm:prSet/>
      <dgm:spPr/>
      <dgm:t>
        <a:bodyPr/>
        <a:lstStyle/>
        <a:p>
          <a:endParaRPr lang="en-US"/>
        </a:p>
      </dgm:t>
    </dgm:pt>
    <dgm:pt modelId="{8E8BE655-C01E-4218-8328-96DF5BFD3EC2}" type="sibTrans" cxnId="{3EBB79EA-8BF1-4AA3-8D23-3ABE13F84A27}">
      <dgm:prSet/>
      <dgm:spPr/>
      <dgm:t>
        <a:bodyPr/>
        <a:lstStyle/>
        <a:p>
          <a:endParaRPr lang="en-US"/>
        </a:p>
      </dgm:t>
    </dgm:pt>
    <dgm:pt modelId="{5355ADEB-C43A-4FD6-8A2C-AA0E89B589A8}" type="pres">
      <dgm:prSet presAssocID="{FE23051D-C214-457B-AC35-65555307A81F}" presName="linear" presStyleCnt="0">
        <dgm:presLayoutVars>
          <dgm:animLvl val="lvl"/>
          <dgm:resizeHandles val="exact"/>
        </dgm:presLayoutVars>
      </dgm:prSet>
      <dgm:spPr/>
    </dgm:pt>
    <dgm:pt modelId="{605C5128-5B2A-4ED0-81D6-13EB506E72E9}" type="pres">
      <dgm:prSet presAssocID="{2B66F1C1-2BF6-46E3-BAB2-0D34D8D27EC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3EFF129-DE92-45D4-84D4-2CFE7798D4BD}" type="pres">
      <dgm:prSet presAssocID="{9DFD1C9E-69D5-4874-9224-025D31284FA5}" presName="spacer" presStyleCnt="0"/>
      <dgm:spPr/>
    </dgm:pt>
    <dgm:pt modelId="{6876158D-BCF6-4446-A31F-4156D9C8C9C3}" type="pres">
      <dgm:prSet presAssocID="{CF4D2C25-D0EE-48D3-B62C-6B449AEAE41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C633A65-7FE0-499C-957A-752AA819339B}" type="pres">
      <dgm:prSet presAssocID="{688D19AB-AEB6-445B-B65C-E548DFF23819}" presName="spacer" presStyleCnt="0"/>
      <dgm:spPr/>
    </dgm:pt>
    <dgm:pt modelId="{721FCE5E-C01D-4DFD-B195-BF753983C131}" type="pres">
      <dgm:prSet presAssocID="{8099C7E4-DAC9-430E-A7D8-BCB0513C9AA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C45CC03-1D16-4371-904B-8F8AED71CDCE}" type="pres">
      <dgm:prSet presAssocID="{3F564540-C1FD-4B0D-B541-5A201CEDA403}" presName="spacer" presStyleCnt="0"/>
      <dgm:spPr/>
    </dgm:pt>
    <dgm:pt modelId="{1D36A92F-2884-42CF-8EF9-C3F432898C75}" type="pres">
      <dgm:prSet presAssocID="{683924CE-83F9-4D92-922D-D25D6FAA73F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90B8990-E2C1-4F01-B360-A8D8B69AC775}" type="pres">
      <dgm:prSet presAssocID="{CF74EFF2-CF59-43AA-B365-31A459AA4B2D}" presName="spacer" presStyleCnt="0"/>
      <dgm:spPr/>
    </dgm:pt>
    <dgm:pt modelId="{B77704EA-F520-49AA-9C91-9BB7AF8ADE26}" type="pres">
      <dgm:prSet presAssocID="{CFA75E0C-BB14-4228-A7C5-845C3456D48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120A5D7-9A99-4A2F-9B01-EA6E58FDA884}" type="pres">
      <dgm:prSet presAssocID="{AC0B46F9-C255-4F19-B702-89D902DDFAC5}" presName="spacer" presStyleCnt="0"/>
      <dgm:spPr/>
    </dgm:pt>
    <dgm:pt modelId="{9EC2AA29-03B5-4B8C-AB98-829197C0BB64}" type="pres">
      <dgm:prSet presAssocID="{1DC0D9B7-F72E-4880-89DA-91165B5A6D8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EF94C10-0A23-4DF4-8987-0C5900B8049C}" type="presOf" srcId="{1DC0D9B7-F72E-4880-89DA-91165B5A6D83}" destId="{9EC2AA29-03B5-4B8C-AB98-829197C0BB64}" srcOrd="0" destOrd="0" presId="urn:microsoft.com/office/officeart/2005/8/layout/vList2"/>
    <dgm:cxn modelId="{E685441F-044A-4148-863F-6B7008ABE714}" type="presOf" srcId="{2B66F1C1-2BF6-46E3-BAB2-0D34D8D27EC0}" destId="{605C5128-5B2A-4ED0-81D6-13EB506E72E9}" srcOrd="0" destOrd="0" presId="urn:microsoft.com/office/officeart/2005/8/layout/vList2"/>
    <dgm:cxn modelId="{27EED122-CB75-48F8-A5EF-CD73A20D7C15}" srcId="{FE23051D-C214-457B-AC35-65555307A81F}" destId="{683924CE-83F9-4D92-922D-D25D6FAA73F1}" srcOrd="3" destOrd="0" parTransId="{264B4472-E497-48E0-BDEF-B12672C761DB}" sibTransId="{CF74EFF2-CF59-43AA-B365-31A459AA4B2D}"/>
    <dgm:cxn modelId="{876BA128-B1DD-470B-AA94-8DE6FB73E028}" srcId="{FE23051D-C214-457B-AC35-65555307A81F}" destId="{CFA75E0C-BB14-4228-A7C5-845C3456D489}" srcOrd="4" destOrd="0" parTransId="{EC9505A5-28F2-4CBB-9492-1349FE465B2C}" sibTransId="{AC0B46F9-C255-4F19-B702-89D902DDFAC5}"/>
    <dgm:cxn modelId="{89172C2A-A0C9-4246-A17B-BC768179B446}" type="presOf" srcId="{CFA75E0C-BB14-4228-A7C5-845C3456D489}" destId="{B77704EA-F520-49AA-9C91-9BB7AF8ADE26}" srcOrd="0" destOrd="0" presId="urn:microsoft.com/office/officeart/2005/8/layout/vList2"/>
    <dgm:cxn modelId="{FCF60B32-2234-41A1-993B-5D663A50E135}" srcId="{FE23051D-C214-457B-AC35-65555307A81F}" destId="{CF4D2C25-D0EE-48D3-B62C-6B449AEAE412}" srcOrd="1" destOrd="0" parTransId="{83C8E078-B627-4ED3-B719-14A957C63F9A}" sibTransId="{688D19AB-AEB6-445B-B65C-E548DFF23819}"/>
    <dgm:cxn modelId="{56F04738-4612-4ADA-ADF0-FF1C57576BCE}" srcId="{FE23051D-C214-457B-AC35-65555307A81F}" destId="{2B66F1C1-2BF6-46E3-BAB2-0D34D8D27EC0}" srcOrd="0" destOrd="0" parTransId="{7D24EDBF-245C-47F6-8AAE-C7C5155144E7}" sibTransId="{9DFD1C9E-69D5-4874-9224-025D31284FA5}"/>
    <dgm:cxn modelId="{7EDCF061-9F4F-4E95-8894-24156A35A35D}" type="presOf" srcId="{CF4D2C25-D0EE-48D3-B62C-6B449AEAE412}" destId="{6876158D-BCF6-4446-A31F-4156D9C8C9C3}" srcOrd="0" destOrd="0" presId="urn:microsoft.com/office/officeart/2005/8/layout/vList2"/>
    <dgm:cxn modelId="{E03D4756-DFF4-4E0A-A0DF-21FD052A8A09}" type="presOf" srcId="{8099C7E4-DAC9-430E-A7D8-BCB0513C9AA0}" destId="{721FCE5E-C01D-4DFD-B195-BF753983C131}" srcOrd="0" destOrd="0" presId="urn:microsoft.com/office/officeart/2005/8/layout/vList2"/>
    <dgm:cxn modelId="{00A26BCB-29C6-4114-A1CC-35B94E6217D9}" type="presOf" srcId="{683924CE-83F9-4D92-922D-D25D6FAA73F1}" destId="{1D36A92F-2884-42CF-8EF9-C3F432898C75}" srcOrd="0" destOrd="0" presId="urn:microsoft.com/office/officeart/2005/8/layout/vList2"/>
    <dgm:cxn modelId="{BD6263E3-13B4-4139-8536-0E890EA3DD56}" srcId="{FE23051D-C214-457B-AC35-65555307A81F}" destId="{8099C7E4-DAC9-430E-A7D8-BCB0513C9AA0}" srcOrd="2" destOrd="0" parTransId="{3A33199E-7187-493B-A50C-3E2770B9F603}" sibTransId="{3F564540-C1FD-4B0D-B541-5A201CEDA403}"/>
    <dgm:cxn modelId="{C2DE3BEA-1ED3-465B-84E3-30C1BDE0B8E3}" type="presOf" srcId="{FE23051D-C214-457B-AC35-65555307A81F}" destId="{5355ADEB-C43A-4FD6-8A2C-AA0E89B589A8}" srcOrd="0" destOrd="0" presId="urn:microsoft.com/office/officeart/2005/8/layout/vList2"/>
    <dgm:cxn modelId="{3EBB79EA-8BF1-4AA3-8D23-3ABE13F84A27}" srcId="{FE23051D-C214-457B-AC35-65555307A81F}" destId="{1DC0D9B7-F72E-4880-89DA-91165B5A6D83}" srcOrd="5" destOrd="0" parTransId="{0F22F289-0118-4EA9-B801-3075F22EA646}" sibTransId="{8E8BE655-C01E-4218-8328-96DF5BFD3EC2}"/>
    <dgm:cxn modelId="{7357907D-7552-4041-B68C-E5697FECADC6}" type="presParOf" srcId="{5355ADEB-C43A-4FD6-8A2C-AA0E89B589A8}" destId="{605C5128-5B2A-4ED0-81D6-13EB506E72E9}" srcOrd="0" destOrd="0" presId="urn:microsoft.com/office/officeart/2005/8/layout/vList2"/>
    <dgm:cxn modelId="{4FB16E28-6935-4685-9CE9-7869AE9FEF98}" type="presParOf" srcId="{5355ADEB-C43A-4FD6-8A2C-AA0E89B589A8}" destId="{43EFF129-DE92-45D4-84D4-2CFE7798D4BD}" srcOrd="1" destOrd="0" presId="urn:microsoft.com/office/officeart/2005/8/layout/vList2"/>
    <dgm:cxn modelId="{B3625029-D239-4438-B13B-C78720DB9DDC}" type="presParOf" srcId="{5355ADEB-C43A-4FD6-8A2C-AA0E89B589A8}" destId="{6876158D-BCF6-4446-A31F-4156D9C8C9C3}" srcOrd="2" destOrd="0" presId="urn:microsoft.com/office/officeart/2005/8/layout/vList2"/>
    <dgm:cxn modelId="{66F9F587-A11E-4DDD-B693-F22977756323}" type="presParOf" srcId="{5355ADEB-C43A-4FD6-8A2C-AA0E89B589A8}" destId="{0C633A65-7FE0-499C-957A-752AA819339B}" srcOrd="3" destOrd="0" presId="urn:microsoft.com/office/officeart/2005/8/layout/vList2"/>
    <dgm:cxn modelId="{7552431E-601D-43F5-9E92-A07604F126C6}" type="presParOf" srcId="{5355ADEB-C43A-4FD6-8A2C-AA0E89B589A8}" destId="{721FCE5E-C01D-4DFD-B195-BF753983C131}" srcOrd="4" destOrd="0" presId="urn:microsoft.com/office/officeart/2005/8/layout/vList2"/>
    <dgm:cxn modelId="{E1BBE1D4-CFDC-46E4-A5D4-EF9FAC8CDBD0}" type="presParOf" srcId="{5355ADEB-C43A-4FD6-8A2C-AA0E89B589A8}" destId="{2C45CC03-1D16-4371-904B-8F8AED71CDCE}" srcOrd="5" destOrd="0" presId="urn:microsoft.com/office/officeart/2005/8/layout/vList2"/>
    <dgm:cxn modelId="{B2C1F752-6539-436F-BF09-A102B26E276E}" type="presParOf" srcId="{5355ADEB-C43A-4FD6-8A2C-AA0E89B589A8}" destId="{1D36A92F-2884-42CF-8EF9-C3F432898C75}" srcOrd="6" destOrd="0" presId="urn:microsoft.com/office/officeart/2005/8/layout/vList2"/>
    <dgm:cxn modelId="{B8DE9F73-552F-4105-8B1C-F7BCD300B014}" type="presParOf" srcId="{5355ADEB-C43A-4FD6-8A2C-AA0E89B589A8}" destId="{A90B8990-E2C1-4F01-B360-A8D8B69AC775}" srcOrd="7" destOrd="0" presId="urn:microsoft.com/office/officeart/2005/8/layout/vList2"/>
    <dgm:cxn modelId="{E29141F4-C17B-4029-AD5C-584F3BCA1085}" type="presParOf" srcId="{5355ADEB-C43A-4FD6-8A2C-AA0E89B589A8}" destId="{B77704EA-F520-49AA-9C91-9BB7AF8ADE26}" srcOrd="8" destOrd="0" presId="urn:microsoft.com/office/officeart/2005/8/layout/vList2"/>
    <dgm:cxn modelId="{BD31E142-DE23-467B-B2C8-CA62A7B7AD34}" type="presParOf" srcId="{5355ADEB-C43A-4FD6-8A2C-AA0E89B589A8}" destId="{0120A5D7-9A99-4A2F-9B01-EA6E58FDA884}" srcOrd="9" destOrd="0" presId="urn:microsoft.com/office/officeart/2005/8/layout/vList2"/>
    <dgm:cxn modelId="{AB346346-FE11-4587-A24F-25466146EB05}" type="presParOf" srcId="{5355ADEB-C43A-4FD6-8A2C-AA0E89B589A8}" destId="{9EC2AA29-03B5-4B8C-AB98-829197C0BB6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16EB36-E6C0-4937-AA71-62ADDD06FD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FA31558-6FA7-4BAB-B883-885DAA26CCF0}">
      <dgm:prSet custT="1"/>
      <dgm:spPr/>
      <dgm:t>
        <a:bodyPr/>
        <a:lstStyle/>
        <a:p>
          <a:r>
            <a:rPr lang="en-US" sz="2400" b="1"/>
            <a:t>Key Findings</a:t>
          </a:r>
          <a:endParaRPr lang="en-US" sz="2400"/>
        </a:p>
      </dgm:t>
    </dgm:pt>
    <dgm:pt modelId="{B5101559-6C83-4571-B668-41A6B285BB5F}" type="parTrans" cxnId="{18EABAC6-2072-4964-8888-2FC724B2E05E}">
      <dgm:prSet/>
      <dgm:spPr/>
      <dgm:t>
        <a:bodyPr/>
        <a:lstStyle/>
        <a:p>
          <a:endParaRPr lang="en-US"/>
        </a:p>
      </dgm:t>
    </dgm:pt>
    <dgm:pt modelId="{ACD4CA3F-468F-499F-B83C-76CF3F51F6D0}" type="sibTrans" cxnId="{18EABAC6-2072-4964-8888-2FC724B2E05E}">
      <dgm:prSet/>
      <dgm:spPr/>
      <dgm:t>
        <a:bodyPr/>
        <a:lstStyle/>
        <a:p>
          <a:endParaRPr lang="en-US"/>
        </a:p>
      </dgm:t>
    </dgm:pt>
    <dgm:pt modelId="{F6CC9A49-EE84-4977-A39A-A5F5ED5989C0}">
      <dgm:prSet/>
      <dgm:spPr/>
      <dgm:t>
        <a:bodyPr/>
        <a:lstStyle/>
        <a:p>
          <a:r>
            <a:rPr lang="en-US"/>
            <a:t>Nearest Neighbor was the fastest algorithm. </a:t>
          </a:r>
        </a:p>
      </dgm:t>
    </dgm:pt>
    <dgm:pt modelId="{FCE800C9-5E42-4F28-9296-9D03FE0E2582}" type="parTrans" cxnId="{9D667EAF-94F9-4EBB-9D9D-6296201B58BE}">
      <dgm:prSet/>
      <dgm:spPr/>
      <dgm:t>
        <a:bodyPr/>
        <a:lstStyle/>
        <a:p>
          <a:endParaRPr lang="en-US"/>
        </a:p>
      </dgm:t>
    </dgm:pt>
    <dgm:pt modelId="{785E11A7-3691-4355-BFA1-A54F6C24834A}" type="sibTrans" cxnId="{9D667EAF-94F9-4EBB-9D9D-6296201B58BE}">
      <dgm:prSet/>
      <dgm:spPr/>
      <dgm:t>
        <a:bodyPr/>
        <a:lstStyle/>
        <a:p>
          <a:endParaRPr lang="en-US"/>
        </a:p>
      </dgm:t>
    </dgm:pt>
    <dgm:pt modelId="{D8522346-B2E5-4306-80D7-88AE5606D4C7}">
      <dgm:prSet/>
      <dgm:spPr/>
      <dgm:t>
        <a:bodyPr/>
        <a:lstStyle/>
        <a:p>
          <a:r>
            <a:rPr lang="en-US"/>
            <a:t>Clarke-Wright offered the best balance between runtime and solution quality. </a:t>
          </a:r>
        </a:p>
      </dgm:t>
    </dgm:pt>
    <dgm:pt modelId="{28A75AAE-0523-48DA-B7FB-EEBAB58FA424}" type="parTrans" cxnId="{C9D493B8-CFAA-49B2-8EF2-0270195B5847}">
      <dgm:prSet/>
      <dgm:spPr/>
      <dgm:t>
        <a:bodyPr/>
        <a:lstStyle/>
        <a:p>
          <a:endParaRPr lang="en-US"/>
        </a:p>
      </dgm:t>
    </dgm:pt>
    <dgm:pt modelId="{70663857-E00A-4E37-967B-91273D4A08C5}" type="sibTrans" cxnId="{C9D493B8-CFAA-49B2-8EF2-0270195B5847}">
      <dgm:prSet/>
      <dgm:spPr/>
      <dgm:t>
        <a:bodyPr/>
        <a:lstStyle/>
        <a:p>
          <a:endParaRPr lang="en-US"/>
        </a:p>
      </dgm:t>
    </dgm:pt>
    <dgm:pt modelId="{9BF55AB8-4C3C-4B54-836F-7BC2479E140E}">
      <dgm:prSet/>
      <dgm:spPr/>
      <dgm:t>
        <a:bodyPr/>
        <a:lstStyle/>
        <a:p>
          <a:r>
            <a:rPr lang="en-US"/>
            <a:t>Harmony Search required the most computation and showed sensitivity to implementation choices. </a:t>
          </a:r>
        </a:p>
      </dgm:t>
    </dgm:pt>
    <dgm:pt modelId="{6A9B1FD4-1DA1-4B41-B55B-8B21C15E7FF0}" type="parTrans" cxnId="{9F6D22C2-B712-4101-A723-25557B902CB8}">
      <dgm:prSet/>
      <dgm:spPr/>
      <dgm:t>
        <a:bodyPr/>
        <a:lstStyle/>
        <a:p>
          <a:endParaRPr lang="en-US"/>
        </a:p>
      </dgm:t>
    </dgm:pt>
    <dgm:pt modelId="{0B6868A1-39E1-47CB-BE23-A388533015B6}" type="sibTrans" cxnId="{9F6D22C2-B712-4101-A723-25557B902CB8}">
      <dgm:prSet/>
      <dgm:spPr/>
      <dgm:t>
        <a:bodyPr/>
        <a:lstStyle/>
        <a:p>
          <a:endParaRPr lang="en-US"/>
        </a:p>
      </dgm:t>
    </dgm:pt>
    <dgm:pt modelId="{EC2D54DC-FD8A-42FA-92DD-72907B4603AA}">
      <dgm:prSet custT="1"/>
      <dgm:spPr/>
      <dgm:t>
        <a:bodyPr/>
        <a:lstStyle/>
        <a:p>
          <a:r>
            <a:rPr lang="en-US" sz="2400" b="1"/>
            <a:t>Takeaway</a:t>
          </a:r>
          <a:endParaRPr lang="en-US" sz="2400"/>
        </a:p>
      </dgm:t>
    </dgm:pt>
    <dgm:pt modelId="{E9B7CB0B-A672-4842-82F5-D49B47FD6F1D}" type="parTrans" cxnId="{5344F789-CB01-4754-8E89-CECBE07092E2}">
      <dgm:prSet/>
      <dgm:spPr/>
      <dgm:t>
        <a:bodyPr/>
        <a:lstStyle/>
        <a:p>
          <a:endParaRPr lang="en-US"/>
        </a:p>
      </dgm:t>
    </dgm:pt>
    <dgm:pt modelId="{F966EB5A-1643-4FF1-A10D-363C7375BFCD}" type="sibTrans" cxnId="{5344F789-CB01-4754-8E89-CECBE07092E2}">
      <dgm:prSet/>
      <dgm:spPr/>
      <dgm:t>
        <a:bodyPr/>
        <a:lstStyle/>
        <a:p>
          <a:endParaRPr lang="en-US"/>
        </a:p>
      </dgm:t>
    </dgm:pt>
    <dgm:pt modelId="{B3658067-28E5-469E-A2ED-B79C492305ED}">
      <dgm:prSet/>
      <dgm:spPr/>
      <dgm:t>
        <a:bodyPr/>
        <a:lstStyle/>
        <a:p>
          <a:r>
            <a:rPr lang="en-US"/>
            <a:t>Classic heuristics can outperform more sophisticated metaheuristics when the latter are not carefully tuned</a:t>
          </a:r>
        </a:p>
      </dgm:t>
    </dgm:pt>
    <dgm:pt modelId="{1B01BBD6-994A-40E7-A8B7-018D456B2007}" type="parTrans" cxnId="{AFEF78CD-C808-4261-9279-1DED8D83524E}">
      <dgm:prSet/>
      <dgm:spPr/>
      <dgm:t>
        <a:bodyPr/>
        <a:lstStyle/>
        <a:p>
          <a:endParaRPr lang="en-US"/>
        </a:p>
      </dgm:t>
    </dgm:pt>
    <dgm:pt modelId="{E2E55C3C-919E-49AE-BAA6-16AD2036C2C0}" type="sibTrans" cxnId="{AFEF78CD-C808-4261-9279-1DED8D83524E}">
      <dgm:prSet/>
      <dgm:spPr/>
      <dgm:t>
        <a:bodyPr/>
        <a:lstStyle/>
        <a:p>
          <a:endParaRPr lang="en-US"/>
        </a:p>
      </dgm:t>
    </dgm:pt>
    <dgm:pt modelId="{B2F245FC-5A38-4238-8C74-B3052A7E9037}" type="pres">
      <dgm:prSet presAssocID="{6116EB36-E6C0-4937-AA71-62ADDD06FDA4}" presName="vert0" presStyleCnt="0">
        <dgm:presLayoutVars>
          <dgm:dir/>
          <dgm:animOne val="branch"/>
          <dgm:animLvl val="lvl"/>
        </dgm:presLayoutVars>
      </dgm:prSet>
      <dgm:spPr/>
    </dgm:pt>
    <dgm:pt modelId="{CF0D106B-E00F-44F0-8C0B-78FA9C249EB7}" type="pres">
      <dgm:prSet presAssocID="{9FA31558-6FA7-4BAB-B883-885DAA26CCF0}" presName="thickLine" presStyleLbl="alignNode1" presStyleIdx="0" presStyleCnt="6"/>
      <dgm:spPr/>
    </dgm:pt>
    <dgm:pt modelId="{8E4599E3-4BE9-4687-AFD5-40A913711511}" type="pres">
      <dgm:prSet presAssocID="{9FA31558-6FA7-4BAB-B883-885DAA26CCF0}" presName="horz1" presStyleCnt="0"/>
      <dgm:spPr/>
    </dgm:pt>
    <dgm:pt modelId="{9BC41366-4B46-4027-BC0A-AD64968AD251}" type="pres">
      <dgm:prSet presAssocID="{9FA31558-6FA7-4BAB-B883-885DAA26CCF0}" presName="tx1" presStyleLbl="revTx" presStyleIdx="0" presStyleCnt="6"/>
      <dgm:spPr/>
    </dgm:pt>
    <dgm:pt modelId="{5B826795-7380-4E32-93CA-BDBFCA3BE1D8}" type="pres">
      <dgm:prSet presAssocID="{9FA31558-6FA7-4BAB-B883-885DAA26CCF0}" presName="vert1" presStyleCnt="0"/>
      <dgm:spPr/>
    </dgm:pt>
    <dgm:pt modelId="{EBCB624A-FB93-4E92-8BA5-75A549167C0F}" type="pres">
      <dgm:prSet presAssocID="{F6CC9A49-EE84-4977-A39A-A5F5ED5989C0}" presName="thickLine" presStyleLbl="alignNode1" presStyleIdx="1" presStyleCnt="6"/>
      <dgm:spPr/>
    </dgm:pt>
    <dgm:pt modelId="{1C44812D-37DA-4A64-8A80-B6F592B7478F}" type="pres">
      <dgm:prSet presAssocID="{F6CC9A49-EE84-4977-A39A-A5F5ED5989C0}" presName="horz1" presStyleCnt="0"/>
      <dgm:spPr/>
    </dgm:pt>
    <dgm:pt modelId="{48FCE26E-5C10-4578-8056-6C0439876D29}" type="pres">
      <dgm:prSet presAssocID="{F6CC9A49-EE84-4977-A39A-A5F5ED5989C0}" presName="tx1" presStyleLbl="revTx" presStyleIdx="1" presStyleCnt="6"/>
      <dgm:spPr/>
    </dgm:pt>
    <dgm:pt modelId="{E75E922D-E7BD-48AB-BF9D-8DA774854CB0}" type="pres">
      <dgm:prSet presAssocID="{F6CC9A49-EE84-4977-A39A-A5F5ED5989C0}" presName="vert1" presStyleCnt="0"/>
      <dgm:spPr/>
    </dgm:pt>
    <dgm:pt modelId="{2E46BBDE-404C-40CB-B5C4-EB512B1BABB1}" type="pres">
      <dgm:prSet presAssocID="{D8522346-B2E5-4306-80D7-88AE5606D4C7}" presName="thickLine" presStyleLbl="alignNode1" presStyleIdx="2" presStyleCnt="6"/>
      <dgm:spPr/>
    </dgm:pt>
    <dgm:pt modelId="{B82A983E-6BE2-432E-B408-5B2F0B88434A}" type="pres">
      <dgm:prSet presAssocID="{D8522346-B2E5-4306-80D7-88AE5606D4C7}" presName="horz1" presStyleCnt="0"/>
      <dgm:spPr/>
    </dgm:pt>
    <dgm:pt modelId="{BFC4E0D7-15F9-4A37-BEE9-875F173CFC5F}" type="pres">
      <dgm:prSet presAssocID="{D8522346-B2E5-4306-80D7-88AE5606D4C7}" presName="tx1" presStyleLbl="revTx" presStyleIdx="2" presStyleCnt="6"/>
      <dgm:spPr/>
    </dgm:pt>
    <dgm:pt modelId="{4AA7886D-38F0-4193-893B-BFF7E4627FDB}" type="pres">
      <dgm:prSet presAssocID="{D8522346-B2E5-4306-80D7-88AE5606D4C7}" presName="vert1" presStyleCnt="0"/>
      <dgm:spPr/>
    </dgm:pt>
    <dgm:pt modelId="{149A1302-D9AE-45F0-9C4A-D3886D9C7C13}" type="pres">
      <dgm:prSet presAssocID="{9BF55AB8-4C3C-4B54-836F-7BC2479E140E}" presName="thickLine" presStyleLbl="alignNode1" presStyleIdx="3" presStyleCnt="6"/>
      <dgm:spPr/>
    </dgm:pt>
    <dgm:pt modelId="{916DFEF3-FF8E-48CC-BA19-C8A51D4A4A14}" type="pres">
      <dgm:prSet presAssocID="{9BF55AB8-4C3C-4B54-836F-7BC2479E140E}" presName="horz1" presStyleCnt="0"/>
      <dgm:spPr/>
    </dgm:pt>
    <dgm:pt modelId="{37EA9C17-A507-4207-B835-66694BF60024}" type="pres">
      <dgm:prSet presAssocID="{9BF55AB8-4C3C-4B54-836F-7BC2479E140E}" presName="tx1" presStyleLbl="revTx" presStyleIdx="3" presStyleCnt="6"/>
      <dgm:spPr/>
    </dgm:pt>
    <dgm:pt modelId="{20B77BE3-348E-420B-B2A5-E13FB113FC69}" type="pres">
      <dgm:prSet presAssocID="{9BF55AB8-4C3C-4B54-836F-7BC2479E140E}" presName="vert1" presStyleCnt="0"/>
      <dgm:spPr/>
    </dgm:pt>
    <dgm:pt modelId="{A3921CF1-C84D-4660-A4C3-C807863103B0}" type="pres">
      <dgm:prSet presAssocID="{EC2D54DC-FD8A-42FA-92DD-72907B4603AA}" presName="thickLine" presStyleLbl="alignNode1" presStyleIdx="4" presStyleCnt="6"/>
      <dgm:spPr/>
    </dgm:pt>
    <dgm:pt modelId="{C8B645A5-5A95-433E-98E3-43D67CC8472E}" type="pres">
      <dgm:prSet presAssocID="{EC2D54DC-FD8A-42FA-92DD-72907B4603AA}" presName="horz1" presStyleCnt="0"/>
      <dgm:spPr/>
    </dgm:pt>
    <dgm:pt modelId="{A1326F8F-0286-43E0-93DB-86E8718B6833}" type="pres">
      <dgm:prSet presAssocID="{EC2D54DC-FD8A-42FA-92DD-72907B4603AA}" presName="tx1" presStyleLbl="revTx" presStyleIdx="4" presStyleCnt="6"/>
      <dgm:spPr/>
    </dgm:pt>
    <dgm:pt modelId="{91CD7083-D608-4C31-9C39-EE7D2A6B21BB}" type="pres">
      <dgm:prSet presAssocID="{EC2D54DC-FD8A-42FA-92DD-72907B4603AA}" presName="vert1" presStyleCnt="0"/>
      <dgm:spPr/>
    </dgm:pt>
    <dgm:pt modelId="{712B9346-0953-4619-8FFF-EE8DA082055B}" type="pres">
      <dgm:prSet presAssocID="{B3658067-28E5-469E-A2ED-B79C492305ED}" presName="thickLine" presStyleLbl="alignNode1" presStyleIdx="5" presStyleCnt="6"/>
      <dgm:spPr/>
    </dgm:pt>
    <dgm:pt modelId="{1D6EAC63-C440-4083-9BD4-FF97B2E5DE43}" type="pres">
      <dgm:prSet presAssocID="{B3658067-28E5-469E-A2ED-B79C492305ED}" presName="horz1" presStyleCnt="0"/>
      <dgm:spPr/>
    </dgm:pt>
    <dgm:pt modelId="{20724D1D-8CD2-4EFA-9A1D-FDDBEE9E0D18}" type="pres">
      <dgm:prSet presAssocID="{B3658067-28E5-469E-A2ED-B79C492305ED}" presName="tx1" presStyleLbl="revTx" presStyleIdx="5" presStyleCnt="6"/>
      <dgm:spPr/>
    </dgm:pt>
    <dgm:pt modelId="{69A54F92-7141-4317-AC9F-9556E090F6DC}" type="pres">
      <dgm:prSet presAssocID="{B3658067-28E5-469E-A2ED-B79C492305ED}" presName="vert1" presStyleCnt="0"/>
      <dgm:spPr/>
    </dgm:pt>
  </dgm:ptLst>
  <dgm:cxnLst>
    <dgm:cxn modelId="{D030F53C-FDB8-4CCB-97C6-7C212BDDC57B}" type="presOf" srcId="{9BF55AB8-4C3C-4B54-836F-7BC2479E140E}" destId="{37EA9C17-A507-4207-B835-66694BF60024}" srcOrd="0" destOrd="0" presId="urn:microsoft.com/office/officeart/2008/layout/LinedList"/>
    <dgm:cxn modelId="{069DD185-98DE-49AA-976C-BD1571D6EA0B}" type="presOf" srcId="{D8522346-B2E5-4306-80D7-88AE5606D4C7}" destId="{BFC4E0D7-15F9-4A37-BEE9-875F173CFC5F}" srcOrd="0" destOrd="0" presId="urn:microsoft.com/office/officeart/2008/layout/LinedList"/>
    <dgm:cxn modelId="{5344F789-CB01-4754-8E89-CECBE07092E2}" srcId="{6116EB36-E6C0-4937-AA71-62ADDD06FDA4}" destId="{EC2D54DC-FD8A-42FA-92DD-72907B4603AA}" srcOrd="4" destOrd="0" parTransId="{E9B7CB0B-A672-4842-82F5-D49B47FD6F1D}" sibTransId="{F966EB5A-1643-4FF1-A10D-363C7375BFCD}"/>
    <dgm:cxn modelId="{0EC77AA3-2036-4E98-87DB-38C90F3EC588}" type="presOf" srcId="{B3658067-28E5-469E-A2ED-B79C492305ED}" destId="{20724D1D-8CD2-4EFA-9A1D-FDDBEE9E0D18}" srcOrd="0" destOrd="0" presId="urn:microsoft.com/office/officeart/2008/layout/LinedList"/>
    <dgm:cxn modelId="{9D667EAF-94F9-4EBB-9D9D-6296201B58BE}" srcId="{6116EB36-E6C0-4937-AA71-62ADDD06FDA4}" destId="{F6CC9A49-EE84-4977-A39A-A5F5ED5989C0}" srcOrd="1" destOrd="0" parTransId="{FCE800C9-5E42-4F28-9296-9D03FE0E2582}" sibTransId="{785E11A7-3691-4355-BFA1-A54F6C24834A}"/>
    <dgm:cxn modelId="{C9D493B8-CFAA-49B2-8EF2-0270195B5847}" srcId="{6116EB36-E6C0-4937-AA71-62ADDD06FDA4}" destId="{D8522346-B2E5-4306-80D7-88AE5606D4C7}" srcOrd="2" destOrd="0" parTransId="{28A75AAE-0523-48DA-B7FB-EEBAB58FA424}" sibTransId="{70663857-E00A-4E37-967B-91273D4A08C5}"/>
    <dgm:cxn modelId="{ECA04FC1-5B8E-4691-BF2E-76A1BF07EC7B}" type="presOf" srcId="{F6CC9A49-EE84-4977-A39A-A5F5ED5989C0}" destId="{48FCE26E-5C10-4578-8056-6C0439876D29}" srcOrd="0" destOrd="0" presId="urn:microsoft.com/office/officeart/2008/layout/LinedList"/>
    <dgm:cxn modelId="{9F6D22C2-B712-4101-A723-25557B902CB8}" srcId="{6116EB36-E6C0-4937-AA71-62ADDD06FDA4}" destId="{9BF55AB8-4C3C-4B54-836F-7BC2479E140E}" srcOrd="3" destOrd="0" parTransId="{6A9B1FD4-1DA1-4B41-B55B-8B21C15E7FF0}" sibTransId="{0B6868A1-39E1-47CB-BE23-A388533015B6}"/>
    <dgm:cxn modelId="{18EABAC6-2072-4964-8888-2FC724B2E05E}" srcId="{6116EB36-E6C0-4937-AA71-62ADDD06FDA4}" destId="{9FA31558-6FA7-4BAB-B883-885DAA26CCF0}" srcOrd="0" destOrd="0" parTransId="{B5101559-6C83-4571-B668-41A6B285BB5F}" sibTransId="{ACD4CA3F-468F-499F-B83C-76CF3F51F6D0}"/>
    <dgm:cxn modelId="{AFEF78CD-C808-4261-9279-1DED8D83524E}" srcId="{6116EB36-E6C0-4937-AA71-62ADDD06FDA4}" destId="{B3658067-28E5-469E-A2ED-B79C492305ED}" srcOrd="5" destOrd="0" parTransId="{1B01BBD6-994A-40E7-A8B7-018D456B2007}" sibTransId="{E2E55C3C-919E-49AE-BAA6-16AD2036C2C0}"/>
    <dgm:cxn modelId="{FCEF66D2-DBBC-44D7-A97E-A9862A8129AB}" type="presOf" srcId="{6116EB36-E6C0-4937-AA71-62ADDD06FDA4}" destId="{B2F245FC-5A38-4238-8C74-B3052A7E9037}" srcOrd="0" destOrd="0" presId="urn:microsoft.com/office/officeart/2008/layout/LinedList"/>
    <dgm:cxn modelId="{C99848F0-CD3D-48E1-A69F-A15A3466E7EC}" type="presOf" srcId="{EC2D54DC-FD8A-42FA-92DD-72907B4603AA}" destId="{A1326F8F-0286-43E0-93DB-86E8718B6833}" srcOrd="0" destOrd="0" presId="urn:microsoft.com/office/officeart/2008/layout/LinedList"/>
    <dgm:cxn modelId="{98CD72F5-4BCA-4982-938D-7BF2D1D8AD59}" type="presOf" srcId="{9FA31558-6FA7-4BAB-B883-885DAA26CCF0}" destId="{9BC41366-4B46-4027-BC0A-AD64968AD251}" srcOrd="0" destOrd="0" presId="urn:microsoft.com/office/officeart/2008/layout/LinedList"/>
    <dgm:cxn modelId="{B0D4D533-884D-4D54-A4B8-46F7B5DD8C37}" type="presParOf" srcId="{B2F245FC-5A38-4238-8C74-B3052A7E9037}" destId="{CF0D106B-E00F-44F0-8C0B-78FA9C249EB7}" srcOrd="0" destOrd="0" presId="urn:microsoft.com/office/officeart/2008/layout/LinedList"/>
    <dgm:cxn modelId="{4D11426D-BCD9-42D0-ABDB-0E71F3344133}" type="presParOf" srcId="{B2F245FC-5A38-4238-8C74-B3052A7E9037}" destId="{8E4599E3-4BE9-4687-AFD5-40A913711511}" srcOrd="1" destOrd="0" presId="urn:microsoft.com/office/officeart/2008/layout/LinedList"/>
    <dgm:cxn modelId="{8A374EC9-FC8E-4936-A981-AD0EA149A952}" type="presParOf" srcId="{8E4599E3-4BE9-4687-AFD5-40A913711511}" destId="{9BC41366-4B46-4027-BC0A-AD64968AD251}" srcOrd="0" destOrd="0" presId="urn:microsoft.com/office/officeart/2008/layout/LinedList"/>
    <dgm:cxn modelId="{04ED661D-763A-4B09-B61B-570F48B19ADA}" type="presParOf" srcId="{8E4599E3-4BE9-4687-AFD5-40A913711511}" destId="{5B826795-7380-4E32-93CA-BDBFCA3BE1D8}" srcOrd="1" destOrd="0" presId="urn:microsoft.com/office/officeart/2008/layout/LinedList"/>
    <dgm:cxn modelId="{95F227FF-3FB5-44EA-A040-A359AE4D04E6}" type="presParOf" srcId="{B2F245FC-5A38-4238-8C74-B3052A7E9037}" destId="{EBCB624A-FB93-4E92-8BA5-75A549167C0F}" srcOrd="2" destOrd="0" presId="urn:microsoft.com/office/officeart/2008/layout/LinedList"/>
    <dgm:cxn modelId="{EA986B56-B3DF-47E9-BDFA-923399EEC2A5}" type="presParOf" srcId="{B2F245FC-5A38-4238-8C74-B3052A7E9037}" destId="{1C44812D-37DA-4A64-8A80-B6F592B7478F}" srcOrd="3" destOrd="0" presId="urn:microsoft.com/office/officeart/2008/layout/LinedList"/>
    <dgm:cxn modelId="{46B665CF-A087-4B41-87F6-27FAF9D2AB41}" type="presParOf" srcId="{1C44812D-37DA-4A64-8A80-B6F592B7478F}" destId="{48FCE26E-5C10-4578-8056-6C0439876D29}" srcOrd="0" destOrd="0" presId="urn:microsoft.com/office/officeart/2008/layout/LinedList"/>
    <dgm:cxn modelId="{A9BBCB34-691B-4BF2-8256-30FD20610595}" type="presParOf" srcId="{1C44812D-37DA-4A64-8A80-B6F592B7478F}" destId="{E75E922D-E7BD-48AB-BF9D-8DA774854CB0}" srcOrd="1" destOrd="0" presId="urn:microsoft.com/office/officeart/2008/layout/LinedList"/>
    <dgm:cxn modelId="{06626007-98E6-4B0D-A476-1B5DB9D664D1}" type="presParOf" srcId="{B2F245FC-5A38-4238-8C74-B3052A7E9037}" destId="{2E46BBDE-404C-40CB-B5C4-EB512B1BABB1}" srcOrd="4" destOrd="0" presId="urn:microsoft.com/office/officeart/2008/layout/LinedList"/>
    <dgm:cxn modelId="{44CAF92E-D3FF-47BA-9CFC-815C7CC97771}" type="presParOf" srcId="{B2F245FC-5A38-4238-8C74-B3052A7E9037}" destId="{B82A983E-6BE2-432E-B408-5B2F0B88434A}" srcOrd="5" destOrd="0" presId="urn:microsoft.com/office/officeart/2008/layout/LinedList"/>
    <dgm:cxn modelId="{32CC18E9-78D9-4740-9B9A-D9911CB66235}" type="presParOf" srcId="{B82A983E-6BE2-432E-B408-5B2F0B88434A}" destId="{BFC4E0D7-15F9-4A37-BEE9-875F173CFC5F}" srcOrd="0" destOrd="0" presId="urn:microsoft.com/office/officeart/2008/layout/LinedList"/>
    <dgm:cxn modelId="{B4C0071C-4B59-4227-A2BE-BC15EB5F7F6F}" type="presParOf" srcId="{B82A983E-6BE2-432E-B408-5B2F0B88434A}" destId="{4AA7886D-38F0-4193-893B-BFF7E4627FDB}" srcOrd="1" destOrd="0" presId="urn:microsoft.com/office/officeart/2008/layout/LinedList"/>
    <dgm:cxn modelId="{33287EB8-F9DA-4302-AD80-EFBBF8B805B7}" type="presParOf" srcId="{B2F245FC-5A38-4238-8C74-B3052A7E9037}" destId="{149A1302-D9AE-45F0-9C4A-D3886D9C7C13}" srcOrd="6" destOrd="0" presId="urn:microsoft.com/office/officeart/2008/layout/LinedList"/>
    <dgm:cxn modelId="{54166816-0A2B-4397-8C5C-09E10AD68107}" type="presParOf" srcId="{B2F245FC-5A38-4238-8C74-B3052A7E9037}" destId="{916DFEF3-FF8E-48CC-BA19-C8A51D4A4A14}" srcOrd="7" destOrd="0" presId="urn:microsoft.com/office/officeart/2008/layout/LinedList"/>
    <dgm:cxn modelId="{282629F2-4CC2-4E4E-902C-CB5C220209EE}" type="presParOf" srcId="{916DFEF3-FF8E-48CC-BA19-C8A51D4A4A14}" destId="{37EA9C17-A507-4207-B835-66694BF60024}" srcOrd="0" destOrd="0" presId="urn:microsoft.com/office/officeart/2008/layout/LinedList"/>
    <dgm:cxn modelId="{A819BD8A-B9BB-48CD-A07C-A1DD049D090F}" type="presParOf" srcId="{916DFEF3-FF8E-48CC-BA19-C8A51D4A4A14}" destId="{20B77BE3-348E-420B-B2A5-E13FB113FC69}" srcOrd="1" destOrd="0" presId="urn:microsoft.com/office/officeart/2008/layout/LinedList"/>
    <dgm:cxn modelId="{ED5EA269-D8D5-4050-8CEB-2C3873C19BA6}" type="presParOf" srcId="{B2F245FC-5A38-4238-8C74-B3052A7E9037}" destId="{A3921CF1-C84D-4660-A4C3-C807863103B0}" srcOrd="8" destOrd="0" presId="urn:microsoft.com/office/officeart/2008/layout/LinedList"/>
    <dgm:cxn modelId="{B6C52B6C-5DBB-4729-82C9-7ABDD0A145A6}" type="presParOf" srcId="{B2F245FC-5A38-4238-8C74-B3052A7E9037}" destId="{C8B645A5-5A95-433E-98E3-43D67CC8472E}" srcOrd="9" destOrd="0" presId="urn:microsoft.com/office/officeart/2008/layout/LinedList"/>
    <dgm:cxn modelId="{D8A46D87-D010-48D7-8830-D7593F2AE1A8}" type="presParOf" srcId="{C8B645A5-5A95-433E-98E3-43D67CC8472E}" destId="{A1326F8F-0286-43E0-93DB-86E8718B6833}" srcOrd="0" destOrd="0" presId="urn:microsoft.com/office/officeart/2008/layout/LinedList"/>
    <dgm:cxn modelId="{B86BC504-D74F-4148-9049-DD4841F17C2E}" type="presParOf" srcId="{C8B645A5-5A95-433E-98E3-43D67CC8472E}" destId="{91CD7083-D608-4C31-9C39-EE7D2A6B21BB}" srcOrd="1" destOrd="0" presId="urn:microsoft.com/office/officeart/2008/layout/LinedList"/>
    <dgm:cxn modelId="{1FBD1E45-D45D-48D1-93B3-66918219530D}" type="presParOf" srcId="{B2F245FC-5A38-4238-8C74-B3052A7E9037}" destId="{712B9346-0953-4619-8FFF-EE8DA082055B}" srcOrd="10" destOrd="0" presId="urn:microsoft.com/office/officeart/2008/layout/LinedList"/>
    <dgm:cxn modelId="{CA5F6321-CCF9-4647-A772-970F2E02452E}" type="presParOf" srcId="{B2F245FC-5A38-4238-8C74-B3052A7E9037}" destId="{1D6EAC63-C440-4083-9BD4-FF97B2E5DE43}" srcOrd="11" destOrd="0" presId="urn:microsoft.com/office/officeart/2008/layout/LinedList"/>
    <dgm:cxn modelId="{08888887-2C05-4C4B-96DC-F99849C0C97A}" type="presParOf" srcId="{1D6EAC63-C440-4083-9BD4-FF97B2E5DE43}" destId="{20724D1D-8CD2-4EFA-9A1D-FDDBEE9E0D18}" srcOrd="0" destOrd="0" presId="urn:microsoft.com/office/officeart/2008/layout/LinedList"/>
    <dgm:cxn modelId="{D7DB0A6F-6EE1-4A2B-9A1D-4B957C1CE1BB}" type="presParOf" srcId="{1D6EAC63-C440-4083-9BD4-FF97B2E5DE43}" destId="{69A54F92-7141-4317-AC9F-9556E090F6D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45857-9E29-41A3-BEA5-2BE7DC4D75AF}">
      <dsp:nvSpPr>
        <dsp:cNvPr id="0" name=""/>
        <dsp:cNvSpPr/>
      </dsp:nvSpPr>
      <dsp:spPr>
        <a:xfrm>
          <a:off x="819983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Vehicle Routing Problem (VRP): optimize delivery routes for a fleet of vehicles. </a:t>
          </a:r>
        </a:p>
      </dsp:txBody>
      <dsp:txXfrm>
        <a:off x="819983" y="2124"/>
        <a:ext cx="2868885" cy="1721331"/>
      </dsp:txXfrm>
    </dsp:sp>
    <dsp:sp modelId="{FAB31C6B-CB36-4138-B223-3233B98D6847}">
      <dsp:nvSpPr>
        <dsp:cNvPr id="0" name=""/>
        <dsp:cNvSpPr/>
      </dsp:nvSpPr>
      <dsp:spPr>
        <a:xfrm>
          <a:off x="3975757" y="2124"/>
          <a:ext cx="2868885" cy="17213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Focus: Capacitated Vehicle Routing Problem (CVRP). </a:t>
          </a:r>
        </a:p>
      </dsp:txBody>
      <dsp:txXfrm>
        <a:off x="3975757" y="2124"/>
        <a:ext cx="2868885" cy="1721331"/>
      </dsp:txXfrm>
    </dsp:sp>
    <dsp:sp modelId="{B15ED343-863F-4EB6-A9E8-8F51642686B5}">
      <dsp:nvSpPr>
        <dsp:cNvPr id="0" name=""/>
        <dsp:cNvSpPr/>
      </dsp:nvSpPr>
      <dsp:spPr>
        <a:xfrm>
          <a:off x="7131531" y="2124"/>
          <a:ext cx="2868885" cy="17213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Vehicles have fixed capacity constraints.</a:t>
          </a:r>
        </a:p>
      </dsp:txBody>
      <dsp:txXfrm>
        <a:off x="7131531" y="2124"/>
        <a:ext cx="2868885" cy="1721331"/>
      </dsp:txXfrm>
    </dsp:sp>
    <dsp:sp modelId="{A19C0829-8948-4920-B2E8-E68F7330B4CD}">
      <dsp:nvSpPr>
        <dsp:cNvPr id="0" name=""/>
        <dsp:cNvSpPr/>
      </dsp:nvSpPr>
      <dsp:spPr>
        <a:xfrm>
          <a:off x="819983" y="2010343"/>
          <a:ext cx="2868885" cy="17213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minimize total travel distance while satisfying all customer demand. </a:t>
          </a:r>
        </a:p>
      </dsp:txBody>
      <dsp:txXfrm>
        <a:off x="819983" y="2010343"/>
        <a:ext cx="2868885" cy="1721331"/>
      </dsp:txXfrm>
    </dsp:sp>
    <dsp:sp modelId="{4301DCD1-B360-4BBF-8E18-56E85C168A80}">
      <dsp:nvSpPr>
        <dsp:cNvPr id="0" name=""/>
        <dsp:cNvSpPr/>
      </dsp:nvSpPr>
      <dsp:spPr>
        <a:xfrm>
          <a:off x="3975757" y="2010343"/>
          <a:ext cx="2868885" cy="172133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CVRP is NP-hard and closely related to the Traveling Salesman Problem. </a:t>
          </a:r>
        </a:p>
      </dsp:txBody>
      <dsp:txXfrm>
        <a:off x="3975757" y="2010343"/>
        <a:ext cx="2868885" cy="1721331"/>
      </dsp:txXfrm>
    </dsp:sp>
    <dsp:sp modelId="{B3AE106D-7423-4177-8D2E-D8969221E388}">
      <dsp:nvSpPr>
        <dsp:cNvPr id="0" name=""/>
        <dsp:cNvSpPr/>
      </dsp:nvSpPr>
      <dsp:spPr>
        <a:xfrm>
          <a:off x="7131531" y="2010343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Heuristic methods provide practical solutions for large instances. </a:t>
          </a:r>
        </a:p>
      </dsp:txBody>
      <dsp:txXfrm>
        <a:off x="7131531" y="2010343"/>
        <a:ext cx="2868885" cy="1721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C5128-5B2A-4ED0-81D6-13EB506E72E9}">
      <dsp:nvSpPr>
        <dsp:cNvPr id="0" name=""/>
        <dsp:cNvSpPr/>
      </dsp:nvSpPr>
      <dsp:spPr>
        <a:xfrm>
          <a:off x="0" y="17030"/>
          <a:ext cx="10515600" cy="67874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Observed runtime growth aligns with theoretical complexity. </a:t>
          </a:r>
        </a:p>
      </dsp:txBody>
      <dsp:txXfrm>
        <a:off x="33134" y="50164"/>
        <a:ext cx="10449332" cy="612478"/>
      </dsp:txXfrm>
    </dsp:sp>
    <dsp:sp modelId="{6876158D-BCF6-4446-A31F-4156D9C8C9C3}">
      <dsp:nvSpPr>
        <dsp:cNvPr id="0" name=""/>
        <dsp:cNvSpPr/>
      </dsp:nvSpPr>
      <dsp:spPr>
        <a:xfrm>
          <a:off x="0" y="744736"/>
          <a:ext cx="10515600" cy="678746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NN scales efficiently but sacrifices route quality. </a:t>
          </a:r>
        </a:p>
      </dsp:txBody>
      <dsp:txXfrm>
        <a:off x="33134" y="777870"/>
        <a:ext cx="10449332" cy="612478"/>
      </dsp:txXfrm>
    </dsp:sp>
    <dsp:sp modelId="{721FCE5E-C01D-4DFD-B195-BF753983C131}">
      <dsp:nvSpPr>
        <dsp:cNvPr id="0" name=""/>
        <dsp:cNvSpPr/>
      </dsp:nvSpPr>
      <dsp:spPr>
        <a:xfrm>
          <a:off x="0" y="1472442"/>
          <a:ext cx="10515600" cy="678746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CW maintains strong solution quality with moderate runtime costs. </a:t>
          </a:r>
        </a:p>
      </dsp:txBody>
      <dsp:txXfrm>
        <a:off x="33134" y="1505576"/>
        <a:ext cx="10449332" cy="612478"/>
      </dsp:txXfrm>
    </dsp:sp>
    <dsp:sp modelId="{1D36A92F-2884-42CF-8EF9-C3F432898C75}">
      <dsp:nvSpPr>
        <dsp:cNvPr id="0" name=""/>
        <dsp:cNvSpPr/>
      </dsp:nvSpPr>
      <dsp:spPr>
        <a:xfrm>
          <a:off x="0" y="2200149"/>
          <a:ext cx="10515600" cy="678746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HS incurs substantially higher computational cost. </a:t>
          </a:r>
        </a:p>
      </dsp:txBody>
      <dsp:txXfrm>
        <a:off x="33134" y="2233283"/>
        <a:ext cx="10449332" cy="612478"/>
      </dsp:txXfrm>
    </dsp:sp>
    <dsp:sp modelId="{B77704EA-F520-49AA-9C91-9BB7AF8ADE26}">
      <dsp:nvSpPr>
        <dsp:cNvPr id="0" name=""/>
        <dsp:cNvSpPr/>
      </dsp:nvSpPr>
      <dsp:spPr>
        <a:xfrm>
          <a:off x="0" y="2927855"/>
          <a:ext cx="10515600" cy="678746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Results suggest Harmony Search performance may depend heavily on parameter tuning and implementation details. </a:t>
          </a:r>
        </a:p>
      </dsp:txBody>
      <dsp:txXfrm>
        <a:off x="33134" y="2960989"/>
        <a:ext cx="10449332" cy="612478"/>
      </dsp:txXfrm>
    </dsp:sp>
    <dsp:sp modelId="{9EC2AA29-03B5-4B8C-AB98-829197C0BB64}">
      <dsp:nvSpPr>
        <dsp:cNvPr id="0" name=""/>
        <dsp:cNvSpPr/>
      </dsp:nvSpPr>
      <dsp:spPr>
        <a:xfrm>
          <a:off x="0" y="3655561"/>
          <a:ext cx="10515600" cy="67874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Overall best balance: Clarke-Wright Savings.</a:t>
          </a:r>
        </a:p>
      </dsp:txBody>
      <dsp:txXfrm>
        <a:off x="33134" y="3688695"/>
        <a:ext cx="10449332" cy="612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D106B-E00F-44F0-8C0B-78FA9C249EB7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41366-4B46-4027-BC0A-AD64968AD251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Key Findings</a:t>
          </a:r>
          <a:endParaRPr lang="en-US" sz="2400" kern="1200"/>
        </a:p>
      </dsp:txBody>
      <dsp:txXfrm>
        <a:off x="0" y="2703"/>
        <a:ext cx="6900512" cy="921789"/>
      </dsp:txXfrm>
    </dsp:sp>
    <dsp:sp modelId="{EBCB624A-FB93-4E92-8BA5-75A549167C0F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CE26E-5C10-4578-8056-6C0439876D29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Nearest Neighbor was the fastest algorithm. </a:t>
          </a:r>
        </a:p>
      </dsp:txBody>
      <dsp:txXfrm>
        <a:off x="0" y="924492"/>
        <a:ext cx="6900512" cy="921789"/>
      </dsp:txXfrm>
    </dsp:sp>
    <dsp:sp modelId="{2E46BBDE-404C-40CB-B5C4-EB512B1BABB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4E0D7-15F9-4A37-BEE9-875F173CFC5F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Clarke-Wright offered the best balance between runtime and solution quality. </a:t>
          </a:r>
        </a:p>
      </dsp:txBody>
      <dsp:txXfrm>
        <a:off x="0" y="1846281"/>
        <a:ext cx="6900512" cy="921789"/>
      </dsp:txXfrm>
    </dsp:sp>
    <dsp:sp modelId="{149A1302-D9AE-45F0-9C4A-D3886D9C7C1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A9C17-A507-4207-B835-66694BF60024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Harmony Search required the most computation and showed sensitivity to implementation choices. </a:t>
          </a:r>
        </a:p>
      </dsp:txBody>
      <dsp:txXfrm>
        <a:off x="0" y="2768070"/>
        <a:ext cx="6900512" cy="921789"/>
      </dsp:txXfrm>
    </dsp:sp>
    <dsp:sp modelId="{A3921CF1-C84D-4660-A4C3-C807863103B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26F8F-0286-43E0-93DB-86E8718B6833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Takeaway</a:t>
          </a:r>
          <a:endParaRPr lang="en-US" sz="2400" kern="1200"/>
        </a:p>
      </dsp:txBody>
      <dsp:txXfrm>
        <a:off x="0" y="3689859"/>
        <a:ext cx="6900512" cy="921789"/>
      </dsp:txXfrm>
    </dsp:sp>
    <dsp:sp modelId="{712B9346-0953-4619-8FFF-EE8DA082055B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24D1D-8CD2-4EFA-9A1D-FDDBEE9E0D18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Classic heuristics can outperform more sophisticated metaheuristics when the latter are not carefully tuned</a:t>
          </a:r>
        </a:p>
      </dsp:txBody>
      <dsp:txXfrm>
        <a:off x="0" y="4611648"/>
        <a:ext cx="6900512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55C0-9099-E4B0-A028-BAEA4CB54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200AA-2D0D-FE4B-E246-F5BBF6D5E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BFFFD-E7D3-91F1-FAEC-CEC710AB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11AB-1E1C-2A79-F584-A90E0143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D5B77-4D89-3CB8-7B06-93F0C9F4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3222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616E-AF01-27D0-EF05-883FAF72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366D-A0D6-339F-FD92-7BF9D4D4B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AFF08-00AB-67DE-D1E5-0E2F7405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1974-A365-9E47-1A87-DEEFB77D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A6DD4-01D5-AFA1-C4BC-80BCA426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34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085E-7FB5-17B4-F70A-C8F4E305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D23B5-01B1-2F06-F541-00007D29C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4089-69DC-96A2-38D4-E76C4802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EC71A-5F0C-8542-0D15-9A77BB94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F5F60-8EE7-CFAD-E961-9FBFD51F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312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CB7B-0A72-26CE-2957-F9999B48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CCDFC-CB4F-1724-7FCA-B857F5812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60A1A-B324-30D0-D70A-FF3B45012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6D7-F46A-3B28-A7D1-D2257227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77D26-53AD-1F6D-736E-5F1797C4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DF78C-ADAC-F1EE-20F3-E629F3FE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8643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19DA-1399-E217-8761-507FF34D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66E46-154C-8D21-C0AF-5C5A0F8D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DD473-C7DB-D706-7D8F-424ECFF95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D7CCF-1CA7-D2CD-48A1-2F6F79E5C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58014-AAF1-562B-5771-A1081F3C6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4E9B3-D38F-3E6D-D648-BD436238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FFD71-5C75-E2AA-326F-9563BB13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3B736-B8F3-1608-1E56-5E7337D4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7852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F816-2F26-6603-3E87-3F3C698C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BECE9-D536-2A3B-D89B-5C6D9E63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0F250-DFFA-265F-FFCB-C7267396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32D7C-A68A-0D41-7835-6A33C322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7499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39138-2625-E5FF-4C2B-E9D5677D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710A2-3F58-ED4B-0B81-1650F5BB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8DF1F-F9A9-43D7-2FEE-6ED141BD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6675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61AE-3F5C-50EF-EEAB-4B1B092E7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F23F-BDD6-6C84-E78F-D7AB6B48D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5281A-21BB-ABE7-B96A-7BD227DD1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497A3-E14C-0A80-D6CF-A8A87753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EF521-FC4F-30B8-66B2-CEA39676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6615E-B1DE-DE83-09D1-29903FAF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8729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FB71-DF42-A8EB-5E02-360D896F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B5A19D-E2B8-AB4E-BA11-30EA0291C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0A19B-59D8-D464-46B9-6B5368038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87B89-BC95-7C47-B205-2E6B30F3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4F6F9-2D42-A4DB-6F76-39794E3C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5249C-D6A2-9FB5-9CAF-8E51B363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3529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4E50-976B-3313-4E8A-CD7D44F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54D41-FD76-6114-F17D-B00D337E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1550-9BFF-F3E8-638F-749241FF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FAAC-F6FF-245F-50D5-C13EBB28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75256-CA51-A2A3-1C97-76BABC80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9439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4F9DB-76F2-9683-4E1C-AC397DEF8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3C94-134E-3E23-9509-6B7AC65D5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0A48-23E1-BDF8-94AA-92294D47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FE2C-1C5B-0C46-86FF-32724FA8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71DF-C04D-1EC9-3770-E66A4DCE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5635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4B7C7-55C0-0CCB-26AF-27C14E92B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65CB6-EAB5-019C-78DA-A68A6B55B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4F809-F8FF-8074-4528-89451FCF5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534E3-656B-6249-BE31-8A0DF6C2C323}" type="datetimeFigureOut">
              <a:rPr lang="en-JP" smtClean="0"/>
              <a:t>07/20/2026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D5DA2-9A22-089A-2785-2AC851802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6B11-64E0-4B6C-EEE6-CC1D089BB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2825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B2BE9A-A97B-7EA5-4A55-19386237E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4" y="891712"/>
            <a:ext cx="5309616" cy="51607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Comparing Nearest Neighbor, Clarke-Wright Savings, and Harmony Search for the CVRP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F861-1C25-B78D-D3B2-DB3BC7657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6530" y="4897655"/>
            <a:ext cx="6863625" cy="12346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</a:rPr>
              <a:t>Mandy Jones, Tomu </a:t>
            </a:r>
            <a:r>
              <a:rPr lang="en-US" sz="1800">
                <a:solidFill>
                  <a:schemeClr val="bg1"/>
                </a:solidFill>
              </a:rPr>
              <a:t>Yamashita, Tristen Martin, Charles Davis</a:t>
            </a:r>
            <a:endParaRPr lang="en-US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3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9AE51-BEED-05CA-88E1-1B1A8E17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JP" sz="4000"/>
              <a:t>Problem Overview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325CE86-DC01-D079-4470-2BD1073F0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30498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78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F1813-25CE-820A-9159-83F94567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JP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172-2748-A5A3-D530-EA2932C0E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JP" sz="2400" b="1"/>
              <a:t>Nearest Neighbor (NN)</a:t>
            </a:r>
          </a:p>
          <a:p>
            <a:pPr lvl="0"/>
            <a:r>
              <a:rPr lang="en-JP" sz="2400"/>
              <a:t>Greedy baseline heuristic. </a:t>
            </a:r>
          </a:p>
          <a:p>
            <a:pPr lvl="0"/>
            <a:r>
              <a:rPr lang="en-JP" sz="2400"/>
              <a:t>Repeatedly visits the closest feasible unvisited customer. </a:t>
            </a:r>
          </a:p>
          <a:p>
            <a:pPr marL="0" lvl="0" indent="0">
              <a:buNone/>
            </a:pPr>
            <a:r>
              <a:rPr lang="en-JP" sz="2400" b="1"/>
              <a:t>Clarke-Wright Savings (CW)</a:t>
            </a:r>
          </a:p>
          <a:p>
            <a:pPr lvl="0"/>
            <a:r>
              <a:rPr lang="en-JP" sz="2400"/>
              <a:t>Begins with one route per customer. </a:t>
            </a:r>
          </a:p>
          <a:p>
            <a:pPr lvl="0"/>
            <a:r>
              <a:rPr lang="en-JP" sz="2400"/>
              <a:t>Merges routes using maximum distance savings. </a:t>
            </a:r>
          </a:p>
          <a:p>
            <a:pPr marL="0" indent="0">
              <a:buNone/>
            </a:pPr>
            <a:r>
              <a:rPr lang="en-JP" sz="2400" b="1"/>
              <a:t>Harmony Search (HS)</a:t>
            </a:r>
          </a:p>
          <a:p>
            <a:pPr lvl="0"/>
            <a:r>
              <a:rPr lang="en-JP" sz="2400"/>
              <a:t>Metaheuristic based on harmony memory. </a:t>
            </a:r>
          </a:p>
          <a:p>
            <a:pPr lvl="0"/>
            <a:r>
              <a:rPr lang="en-JP" sz="2400"/>
              <a:t>Generates and improves candidate solutions through memory consideration, pitch adjustment, and local search.</a:t>
            </a:r>
          </a:p>
          <a:p>
            <a:endParaRPr lang="en-JP" sz="2400"/>
          </a:p>
        </p:txBody>
      </p:sp>
    </p:spTree>
    <p:extLst>
      <p:ext uri="{BB962C8B-B14F-4D97-AF65-F5344CB8AC3E}">
        <p14:creationId xmlns:p14="http://schemas.microsoft.com/office/powerpoint/2010/main" val="199840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3E38BF-B637-F934-0A9D-EF66B40C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52" y="145144"/>
            <a:ext cx="4889483" cy="1708244"/>
          </a:xfrm>
        </p:spPr>
        <p:txBody>
          <a:bodyPr anchor="ctr">
            <a:normAutofit/>
          </a:bodyPr>
          <a:lstStyle/>
          <a:p>
            <a:r>
              <a:rPr lang="en-JP" sz="4000"/>
              <a:t>Research Questions</a:t>
            </a:r>
          </a:p>
        </p:txBody>
      </p:sp>
      <p:pic>
        <p:nvPicPr>
          <p:cNvPr id="43" name="Picture 42" descr="Angled shot of pen on a graph">
            <a:extLst>
              <a:ext uri="{FF2B5EF4-FFF2-40B4-BE49-F238E27FC236}">
                <a16:creationId xmlns:a16="http://schemas.microsoft.com/office/drawing/2014/main" id="{D1266AA7-4BCA-E9D2-8D82-BE2EFA68F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753" b="-4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9000154E-ABE0-DFD1-6B62-E0A5309F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666" y="997046"/>
            <a:ext cx="4156512" cy="4865663"/>
          </a:xfrm>
        </p:spPr>
        <p:txBody>
          <a:bodyPr anchor="ctr">
            <a:normAutofit/>
          </a:bodyPr>
          <a:lstStyle/>
          <a:p>
            <a:pPr lvl="0"/>
            <a:r>
              <a:rPr lang="en-JP" sz="1600"/>
              <a:t>How does runtime change as customer count increases? </a:t>
            </a:r>
          </a:p>
          <a:p>
            <a:pPr lvl="0"/>
            <a:r>
              <a:rPr lang="en-JP" sz="1600"/>
              <a:t>Which algorithm provides the best balance between solution quality and speed? </a:t>
            </a:r>
          </a:p>
          <a:p>
            <a:pPr lvl="0"/>
            <a:r>
              <a:rPr lang="en-JP" sz="1600"/>
              <a:t>Does performance remain stable as problem size grows?</a:t>
            </a:r>
          </a:p>
          <a:p>
            <a:endParaRPr lang="en-JP" sz="1600" dirty="0"/>
          </a:p>
          <a:p>
            <a:pPr marL="0" indent="0">
              <a:buNone/>
            </a:pPr>
            <a:r>
              <a:rPr lang="en-JP" sz="1600" b="1"/>
              <a:t>Expected Outcomes</a:t>
            </a:r>
            <a:endParaRPr lang="en-JP" sz="1600"/>
          </a:p>
          <a:p>
            <a:pPr lvl="0"/>
            <a:r>
              <a:rPr lang="en-JP" sz="1600"/>
              <a:t>NN should be fastest.</a:t>
            </a:r>
          </a:p>
          <a:p>
            <a:pPr lvl="0"/>
            <a:r>
              <a:rPr lang="en-JP" sz="1600"/>
              <a:t>Harmony Search should provide stronger route quality.</a:t>
            </a:r>
          </a:p>
          <a:p>
            <a:pPr lvl="0"/>
            <a:r>
              <a:rPr lang="en-JP" sz="1600"/>
              <a:t>Clarke-Wright may offer the best trade-off.</a:t>
            </a:r>
          </a:p>
          <a:p>
            <a:pPr lvl="0"/>
            <a:endParaRPr lang="en-JP" sz="1600"/>
          </a:p>
        </p:txBody>
      </p:sp>
    </p:spTree>
    <p:extLst>
      <p:ext uri="{BB962C8B-B14F-4D97-AF65-F5344CB8AC3E}">
        <p14:creationId xmlns:p14="http://schemas.microsoft.com/office/powerpoint/2010/main" val="352256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05DB-9559-47C2-CC47-133C55B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JP" dirty="0"/>
              <a:t>Experimental Design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28626-54FE-49F8-7688-520493FE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JP" sz="1500"/>
              <a:t>Benchmark dataset: CVRPLIB instances. </a:t>
            </a:r>
          </a:p>
          <a:p>
            <a:pPr lvl="0"/>
            <a:r>
              <a:rPr lang="en-JP" sz="1500"/>
              <a:t>Problem sizes: approximately 30–200 customers. </a:t>
            </a:r>
          </a:p>
          <a:p>
            <a:pPr lvl="0"/>
            <a:r>
              <a:rPr lang="en-JP" sz="1500"/>
              <a:t>Each algorithm tested 10 times per instance. </a:t>
            </a:r>
          </a:p>
          <a:p>
            <a:endParaRPr lang="en-JP" sz="1500" dirty="0"/>
          </a:p>
          <a:p>
            <a:pPr marL="0" lvl="0" indent="0">
              <a:buNone/>
            </a:pPr>
            <a:r>
              <a:rPr lang="en-JP" sz="1500" b="1"/>
              <a:t>Metrics:</a:t>
            </a:r>
          </a:p>
          <a:p>
            <a:pPr lvl="1"/>
            <a:r>
              <a:rPr lang="en-JP" sz="1500"/>
              <a:t>Percentage gap from best-known solution.</a:t>
            </a:r>
          </a:p>
          <a:p>
            <a:pPr lvl="1"/>
            <a:r>
              <a:rPr lang="en-JP" sz="1500"/>
              <a:t>Execution runtime (milliseconds). </a:t>
            </a:r>
          </a:p>
          <a:p>
            <a:pPr lvl="1"/>
            <a:endParaRPr lang="en-JP" sz="1500" dirty="0"/>
          </a:p>
          <a:p>
            <a:pPr marL="0" indent="0">
              <a:buNone/>
            </a:pPr>
            <a:r>
              <a:rPr lang="en-JP" sz="1500" b="1"/>
              <a:t>Goal: </a:t>
            </a:r>
          </a:p>
          <a:p>
            <a:pPr lvl="1"/>
            <a:r>
              <a:rPr lang="en-JP" sz="1500"/>
              <a:t>compare quality, speed, and scalability.</a:t>
            </a:r>
          </a:p>
          <a:p>
            <a:endParaRPr lang="en-JP" sz="15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5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66040-D5F2-933F-155E-D9C91ADCB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24A0750-891B-20F7-FAFB-568277CE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JP" sz="3200">
                <a:solidFill>
                  <a:srgbClr val="FFFFFF"/>
                </a:solidFill>
              </a:rPr>
              <a:t>Theoretical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F9C36-840E-5FAB-D0C1-7C8B9F527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089119"/>
              </p:ext>
            </p:extLst>
          </p:nvPr>
        </p:nvGraphicFramePr>
        <p:xfrm>
          <a:off x="876690" y="2283691"/>
          <a:ext cx="10439010" cy="35991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74962">
                  <a:extLst>
                    <a:ext uri="{9D8B030D-6E8A-4147-A177-3AD203B41FA5}">
                      <a16:colId xmlns:a16="http://schemas.microsoft.com/office/drawing/2014/main" val="1556857863"/>
                    </a:ext>
                  </a:extLst>
                </a:gridCol>
                <a:gridCol w="2333326">
                  <a:extLst>
                    <a:ext uri="{9D8B030D-6E8A-4147-A177-3AD203B41FA5}">
                      <a16:colId xmlns:a16="http://schemas.microsoft.com/office/drawing/2014/main" val="4184054019"/>
                    </a:ext>
                  </a:extLst>
                </a:gridCol>
                <a:gridCol w="4230722">
                  <a:extLst>
                    <a:ext uri="{9D8B030D-6E8A-4147-A177-3AD203B41FA5}">
                      <a16:colId xmlns:a16="http://schemas.microsoft.com/office/drawing/2014/main" val="3578295131"/>
                    </a:ext>
                  </a:extLst>
                </a:gridCol>
              </a:tblGrid>
              <a:tr h="7174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Algorithm</a:t>
                      </a: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Complexity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Main Bottleneck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57005"/>
                  </a:ext>
                </a:extLst>
              </a:tr>
              <a:tr h="1082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Nearest Neighbor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Θ(n²)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Scanning unvisited customers repeatedly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70789"/>
                  </a:ext>
                </a:extLst>
              </a:tr>
              <a:tr h="7174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Clarke-Wright Savings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Θ(n² log n)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Sorting savings values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152563"/>
                  </a:ext>
                </a:extLst>
              </a:tr>
              <a:tr h="1082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Harmony Search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Θ(In³)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Iterative local search and solution evaluation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56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54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5371F-C67F-17B0-69EE-D18F727B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6A618-E005-7D3B-0710-29F19592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JP" sz="3700">
                <a:solidFill>
                  <a:srgbClr val="FFFFFF"/>
                </a:solidFill>
              </a:rPr>
              <a:t>Nearest Neighbor 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77AB21-44A9-6ACE-CF8B-7208AC179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</a:rPr>
              <a:t>Experimental Results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88DFA1-52BE-96F3-78BC-A184662E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73597"/>
            <a:ext cx="10917936" cy="26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5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5A6E1-F1C4-B8A3-6D4E-71F9BA4A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26426-CB01-B34F-A1F0-4C51222D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94651"/>
            <a:ext cx="3628717" cy="1542867"/>
          </a:xfrm>
        </p:spPr>
        <p:txBody>
          <a:bodyPr anchor="ctr">
            <a:normAutofit/>
          </a:bodyPr>
          <a:lstStyle/>
          <a:p>
            <a:pPr algn="ctr"/>
            <a:r>
              <a:rPr lang="en-JP" sz="4100" dirty="0">
                <a:solidFill>
                  <a:srgbClr val="FFFFFF"/>
                </a:solidFill>
              </a:rPr>
              <a:t>Clarke-Wright </a:t>
            </a:r>
            <a:r>
              <a:rPr lang="en-JP" sz="4100">
                <a:solidFill>
                  <a:srgbClr val="FFFFFF"/>
                </a:solidFill>
              </a:rPr>
              <a:t>Savings</a:t>
            </a:r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EA9872-68D3-ABA0-A251-B538813EE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</a:rPr>
              <a:t>Experimental</a:t>
            </a:r>
            <a:r>
              <a:rPr lang="en-US" sz="3200" dirty="0">
                <a:solidFill>
                  <a:srgbClr val="FFFFFF"/>
                </a:solidFill>
              </a:rPr>
              <a:t> Results</a:t>
            </a:r>
            <a:endParaRPr lang="en-US" sz="320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1CF3B12-195E-6D4B-6F0D-E1915B44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565171"/>
            <a:ext cx="10917936" cy="194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8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2405A-121F-521E-E0B2-4F72DC76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30C18-6A8E-D11D-426A-3C05317E2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66" y="594651"/>
            <a:ext cx="4078658" cy="1542867"/>
          </a:xfrm>
        </p:spPr>
        <p:txBody>
          <a:bodyPr anchor="ctr">
            <a:normAutofit/>
          </a:bodyPr>
          <a:lstStyle/>
          <a:p>
            <a:r>
              <a:rPr lang="en-JP" dirty="0">
                <a:solidFill>
                  <a:srgbClr val="FFFFFF"/>
                </a:solidFill>
              </a:rPr>
              <a:t>Harmony </a:t>
            </a:r>
            <a:r>
              <a:rPr lang="en-JP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F0173B-A7CD-D2E3-E8BD-765AC9450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3200">
                <a:solidFill>
                  <a:schemeClr val="bg1"/>
                </a:solidFill>
              </a:rPr>
              <a:t>Experimental</a:t>
            </a:r>
            <a:r>
              <a:rPr lang="en-US" sz="3200" dirty="0">
                <a:solidFill>
                  <a:schemeClr val="bg1"/>
                </a:solidFill>
              </a:rPr>
              <a:t> Results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9EB010B-201D-5D15-B47F-87BE1604C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415371"/>
            <a:ext cx="10917936" cy="21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29D52-D72D-B002-E780-A4356FCD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JP"/>
              <a:t>Analysis &amp; Interpretation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FB16AA-A12D-D3D9-96A3-04A04A48C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7649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670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BB0C48-8E40-CEA9-DBFD-CC61B862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JP" sz="3600">
                <a:solidFill>
                  <a:schemeClr val="tx2"/>
                </a:solidFill>
              </a:rPr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9E1E-EB04-DD5B-52AD-9DDBBE0C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JP" sz="1800" b="1">
                <a:solidFill>
                  <a:schemeClr val="tx2"/>
                </a:solidFill>
              </a:rPr>
              <a:t>Limitations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Experiments limited to instances up to 200 customers. 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Deterministic Harmony Search implementation reduced exploration.</a:t>
            </a:r>
          </a:p>
          <a:p>
            <a:pPr marL="0" indent="0">
              <a:buNone/>
            </a:pPr>
            <a:r>
              <a:rPr lang="en-JP" sz="1800" b="1">
                <a:solidFill>
                  <a:schemeClr val="tx2"/>
                </a:solidFill>
              </a:rPr>
              <a:t>Future Work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Evaluate larger CVRPLIB benchmarks.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Tune Harmony Search parameters.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Introduce randomized memory consideration and exploration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191872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CA4CC-7ADB-4DB0-B7AA-CC370617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JP" sz="5400" dirty="0"/>
              <a:t>Conclusion</a:t>
            </a:r>
            <a:br>
              <a:rPr lang="en-JP" sz="5400" dirty="0"/>
            </a:br>
            <a:r>
              <a:rPr lang="en-US" sz="1800"/>
              <a:t>YouTube</a:t>
            </a:r>
            <a:r>
              <a:rPr lang="en-US" sz="1800" dirty="0"/>
              <a:t> link: 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D0B9A8E-DEE8-CDCE-3CDE-A2DB0ACB4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15178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5066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446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Comparing Nearest Neighbor, Clarke-Wright Savings, and Harmony Search for the CVRP</vt:lpstr>
      <vt:lpstr>Problem Overview</vt:lpstr>
      <vt:lpstr>Algorithms</vt:lpstr>
      <vt:lpstr>Research Questions</vt:lpstr>
      <vt:lpstr>Experimental Design</vt:lpstr>
      <vt:lpstr>Theoretical Complexity</vt:lpstr>
      <vt:lpstr>Nearest Neighbor </vt:lpstr>
      <vt:lpstr>Clarke-Wright Savings</vt:lpstr>
      <vt:lpstr>Harmony Search</vt:lpstr>
      <vt:lpstr>Analysis &amp; Interpretation</vt:lpstr>
      <vt:lpstr>Limitations &amp; Future Work</vt:lpstr>
      <vt:lpstr>Conclusion YouTube link: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Yamashita, Tomu (tyamashit42)</dc:creator>
  <cp:lastModifiedBy>Yamashita, Tomu (tyamashit42)</cp:lastModifiedBy>
  <cp:revision>97</cp:revision>
  <dcterms:created xsi:type="dcterms:W3CDTF">2026-07-18T06:30:16Z</dcterms:created>
  <dcterms:modified xsi:type="dcterms:W3CDTF">2026-07-20T20:56:30Z</dcterms:modified>
</cp:coreProperties>
</file>